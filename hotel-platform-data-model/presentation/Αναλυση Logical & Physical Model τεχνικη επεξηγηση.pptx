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A16679-B455-4E11-A402-9ACA9D122990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l-GR"/>
        </a:p>
      </dgm:t>
    </dgm:pt>
    <dgm:pt modelId="{000C766F-2CEB-470C-92E4-E115FEE00583}">
      <dgm:prSet phldrT="[Text]" custT="1"/>
      <dgm:spPr/>
      <dgm:t>
        <a:bodyPr/>
        <a:lstStyle/>
        <a:p>
          <a:pPr>
            <a:buNone/>
          </a:pPr>
          <a:r>
            <a:rPr lang="el-GR" sz="2000" b="1" i="0" dirty="0"/>
            <a:t>Οικοδεσπότης ➔ Κατάλυμα</a:t>
          </a:r>
          <a:endParaRPr lang="el-GR" sz="2000" dirty="0"/>
        </a:p>
      </dgm:t>
    </dgm:pt>
    <dgm:pt modelId="{1D12EFE4-2B22-4C10-BC52-867A0739D58E}" type="parTrans" cxnId="{865D61C8-5CFD-4A4C-856A-ED7628E1BBCC}">
      <dgm:prSet/>
      <dgm:spPr/>
      <dgm:t>
        <a:bodyPr/>
        <a:lstStyle/>
        <a:p>
          <a:endParaRPr lang="el-GR"/>
        </a:p>
      </dgm:t>
    </dgm:pt>
    <dgm:pt modelId="{562A4894-2058-40FD-AE35-E0A10A617AFE}" type="sibTrans" cxnId="{865D61C8-5CFD-4A4C-856A-ED7628E1BBCC}">
      <dgm:prSet/>
      <dgm:spPr/>
      <dgm:t>
        <a:bodyPr/>
        <a:lstStyle/>
        <a:p>
          <a:endParaRPr lang="el-GR"/>
        </a:p>
      </dgm:t>
    </dgm:pt>
    <dgm:pt modelId="{BA86BCC2-A704-48B8-A989-61B57236084B}">
      <dgm:prSet phldrT="[Text]"/>
      <dgm:spPr/>
      <dgm:t>
        <a:bodyPr/>
        <a:lstStyle/>
        <a:p>
          <a:pPr>
            <a:buNone/>
          </a:pPr>
          <a:r>
            <a:rPr lang="el-GR" sz="1800" b="1" i="0" dirty="0"/>
            <a:t>1 : N</a:t>
          </a:r>
          <a:endParaRPr lang="el-GR" sz="1800" dirty="0"/>
        </a:p>
      </dgm:t>
    </dgm:pt>
    <dgm:pt modelId="{649FAEBD-E380-4A3E-AF35-7C2A248B213B}" type="parTrans" cxnId="{0FD5D002-3474-4F4F-BF0E-91F99726A621}">
      <dgm:prSet/>
      <dgm:spPr/>
      <dgm:t>
        <a:bodyPr/>
        <a:lstStyle/>
        <a:p>
          <a:endParaRPr lang="el-GR"/>
        </a:p>
      </dgm:t>
    </dgm:pt>
    <dgm:pt modelId="{43DB5FF2-5A6C-4C5A-B942-BBC74F4E83D9}" type="sibTrans" cxnId="{0FD5D002-3474-4F4F-BF0E-91F99726A621}">
      <dgm:prSet/>
      <dgm:spPr/>
      <dgm:t>
        <a:bodyPr/>
        <a:lstStyle/>
        <a:p>
          <a:endParaRPr lang="el-GR"/>
        </a:p>
      </dgm:t>
    </dgm:pt>
    <dgm:pt modelId="{A922C8E8-D731-4C0E-9C35-D44A9AA1EC9D}">
      <dgm:prSet phldrT="[Text]" custT="1"/>
      <dgm:spPr/>
      <dgm:t>
        <a:bodyPr/>
        <a:lstStyle/>
        <a:p>
          <a:pPr>
            <a:buNone/>
          </a:pPr>
          <a:r>
            <a:rPr lang="el-GR" sz="1600" b="0" i="0" dirty="0"/>
            <a:t>Ένας οικοδεσπότης διαχειρίζεται πολλαπλά καταλύματα</a:t>
          </a:r>
          <a:endParaRPr lang="el-GR" sz="1600" dirty="0"/>
        </a:p>
      </dgm:t>
    </dgm:pt>
    <dgm:pt modelId="{07C47DD3-4E8C-4D9B-A95A-B817BB6DF983}" type="parTrans" cxnId="{AF7C254A-EEEC-45A0-8128-2A6693956745}">
      <dgm:prSet/>
      <dgm:spPr/>
      <dgm:t>
        <a:bodyPr/>
        <a:lstStyle/>
        <a:p>
          <a:endParaRPr lang="el-GR"/>
        </a:p>
      </dgm:t>
    </dgm:pt>
    <dgm:pt modelId="{476FDFE0-70CB-4808-897E-EAC3B02AB1A7}" type="sibTrans" cxnId="{AF7C254A-EEEC-45A0-8128-2A6693956745}">
      <dgm:prSet/>
      <dgm:spPr/>
      <dgm:t>
        <a:bodyPr/>
        <a:lstStyle/>
        <a:p>
          <a:endParaRPr lang="el-GR"/>
        </a:p>
      </dgm:t>
    </dgm:pt>
    <dgm:pt modelId="{E6F1A9B3-923B-4636-BEB4-5CC8AD41F61D}">
      <dgm:prSet phldrT="[Text]" custT="1"/>
      <dgm:spPr/>
      <dgm:t>
        <a:bodyPr/>
        <a:lstStyle/>
        <a:p>
          <a:pPr>
            <a:buNone/>
          </a:pPr>
          <a:r>
            <a:rPr lang="el-GR" sz="2000" b="1" i="0" dirty="0"/>
            <a:t>Χρήστης ➔ Κράτηση</a:t>
          </a:r>
          <a:endParaRPr lang="el-GR" sz="2000" dirty="0"/>
        </a:p>
      </dgm:t>
    </dgm:pt>
    <dgm:pt modelId="{FCADD92C-AF48-4D5C-9D6E-7F131D8F68D1}" type="parTrans" cxnId="{6EFC252E-CCDE-41D3-86BD-C4214E0F66DD}">
      <dgm:prSet/>
      <dgm:spPr/>
      <dgm:t>
        <a:bodyPr/>
        <a:lstStyle/>
        <a:p>
          <a:endParaRPr lang="el-GR"/>
        </a:p>
      </dgm:t>
    </dgm:pt>
    <dgm:pt modelId="{87842CF5-FD48-403E-BED3-DD1E3262A524}" type="sibTrans" cxnId="{6EFC252E-CCDE-41D3-86BD-C4214E0F66DD}">
      <dgm:prSet/>
      <dgm:spPr/>
      <dgm:t>
        <a:bodyPr/>
        <a:lstStyle/>
        <a:p>
          <a:endParaRPr lang="el-GR"/>
        </a:p>
      </dgm:t>
    </dgm:pt>
    <dgm:pt modelId="{DAB493BA-26AC-4F73-84BE-EB9309AA8E17}">
      <dgm:prSet phldrT="[Text]"/>
      <dgm:spPr/>
      <dgm:t>
        <a:bodyPr/>
        <a:lstStyle/>
        <a:p>
          <a:pPr>
            <a:buNone/>
          </a:pPr>
          <a:r>
            <a:rPr lang="el-GR" sz="1800" b="1" i="0" dirty="0"/>
            <a:t>1 : N</a:t>
          </a:r>
          <a:endParaRPr lang="el-GR" sz="1800" dirty="0"/>
        </a:p>
      </dgm:t>
    </dgm:pt>
    <dgm:pt modelId="{FD9EDCFC-F524-407B-974C-2356DFEC1C60}" type="parTrans" cxnId="{0A2F0611-73EE-4878-8CE0-A0D701E48580}">
      <dgm:prSet/>
      <dgm:spPr/>
      <dgm:t>
        <a:bodyPr/>
        <a:lstStyle/>
        <a:p>
          <a:endParaRPr lang="el-GR"/>
        </a:p>
      </dgm:t>
    </dgm:pt>
    <dgm:pt modelId="{B6D41A07-1C56-4C3B-9B60-7FDE9E00D8D2}" type="sibTrans" cxnId="{0A2F0611-73EE-4878-8CE0-A0D701E48580}">
      <dgm:prSet/>
      <dgm:spPr/>
      <dgm:t>
        <a:bodyPr/>
        <a:lstStyle/>
        <a:p>
          <a:endParaRPr lang="el-GR"/>
        </a:p>
      </dgm:t>
    </dgm:pt>
    <dgm:pt modelId="{9A376003-3057-4FF8-8649-3430B13459DF}">
      <dgm:prSet phldrT="[Text]" custT="1"/>
      <dgm:spPr/>
      <dgm:t>
        <a:bodyPr/>
        <a:lstStyle/>
        <a:p>
          <a:pPr>
            <a:buNone/>
          </a:pPr>
          <a:r>
            <a:rPr lang="el-GR" sz="1600" b="0" i="0" dirty="0"/>
            <a:t>Ένας πελάτης μπορεί να έχει πολλαπλές κρατήσεις</a:t>
          </a:r>
          <a:endParaRPr lang="el-GR" sz="1600" dirty="0"/>
        </a:p>
      </dgm:t>
    </dgm:pt>
    <dgm:pt modelId="{B7E2842A-5A0C-4769-8A81-DBEC6267E7C6}" type="parTrans" cxnId="{023B368B-7A14-45CA-91CB-1094719B3EEF}">
      <dgm:prSet/>
      <dgm:spPr/>
      <dgm:t>
        <a:bodyPr/>
        <a:lstStyle/>
        <a:p>
          <a:endParaRPr lang="el-GR"/>
        </a:p>
      </dgm:t>
    </dgm:pt>
    <dgm:pt modelId="{DF12A443-B7D7-4BD0-BF49-5007E677B0C8}" type="sibTrans" cxnId="{023B368B-7A14-45CA-91CB-1094719B3EEF}">
      <dgm:prSet/>
      <dgm:spPr/>
      <dgm:t>
        <a:bodyPr/>
        <a:lstStyle/>
        <a:p>
          <a:endParaRPr lang="el-GR"/>
        </a:p>
      </dgm:t>
    </dgm:pt>
    <dgm:pt modelId="{ABAE62FE-C7FE-4CD6-B08E-CAF22E5C2FAB}">
      <dgm:prSet phldrT="[Text]" custT="1"/>
      <dgm:spPr/>
      <dgm:t>
        <a:bodyPr/>
        <a:lstStyle/>
        <a:p>
          <a:pPr>
            <a:buNone/>
          </a:pPr>
          <a:r>
            <a:rPr lang="el-GR" sz="2000" b="1" i="0" dirty="0"/>
            <a:t>Κατάλυμα ➔ Κράτηση</a:t>
          </a:r>
          <a:endParaRPr lang="el-GR" sz="2000" dirty="0"/>
        </a:p>
      </dgm:t>
    </dgm:pt>
    <dgm:pt modelId="{F7468646-0B47-4A17-B3A6-3BD4469F6EB9}" type="parTrans" cxnId="{99182F17-56D8-432B-8FB6-1BD17B7AAD79}">
      <dgm:prSet/>
      <dgm:spPr/>
      <dgm:t>
        <a:bodyPr/>
        <a:lstStyle/>
        <a:p>
          <a:endParaRPr lang="el-GR"/>
        </a:p>
      </dgm:t>
    </dgm:pt>
    <dgm:pt modelId="{ECEEC42F-AFC9-4A2A-BA49-9972D597A8F5}" type="sibTrans" cxnId="{99182F17-56D8-432B-8FB6-1BD17B7AAD79}">
      <dgm:prSet/>
      <dgm:spPr/>
      <dgm:t>
        <a:bodyPr/>
        <a:lstStyle/>
        <a:p>
          <a:endParaRPr lang="el-GR"/>
        </a:p>
      </dgm:t>
    </dgm:pt>
    <dgm:pt modelId="{65024030-6611-4F44-A901-57977EB4F4BE}">
      <dgm:prSet phldrT="[Text]"/>
      <dgm:spPr/>
      <dgm:t>
        <a:bodyPr/>
        <a:lstStyle/>
        <a:p>
          <a:pPr>
            <a:buNone/>
          </a:pPr>
          <a:r>
            <a:rPr lang="el-GR" sz="1800" b="1" i="0" dirty="0"/>
            <a:t>1 : N</a:t>
          </a:r>
          <a:endParaRPr lang="el-GR" sz="1800" dirty="0"/>
        </a:p>
      </dgm:t>
    </dgm:pt>
    <dgm:pt modelId="{E6F201C8-D509-45CF-9FA2-23507F098A2A}" type="parTrans" cxnId="{1AE1878F-54BE-4CCD-9E68-A047C666F757}">
      <dgm:prSet/>
      <dgm:spPr/>
      <dgm:t>
        <a:bodyPr/>
        <a:lstStyle/>
        <a:p>
          <a:endParaRPr lang="el-GR"/>
        </a:p>
      </dgm:t>
    </dgm:pt>
    <dgm:pt modelId="{41950418-ABC2-41C8-9BAB-372A310B44B5}" type="sibTrans" cxnId="{1AE1878F-54BE-4CCD-9E68-A047C666F757}">
      <dgm:prSet/>
      <dgm:spPr/>
      <dgm:t>
        <a:bodyPr/>
        <a:lstStyle/>
        <a:p>
          <a:endParaRPr lang="el-GR"/>
        </a:p>
      </dgm:t>
    </dgm:pt>
    <dgm:pt modelId="{7C1016C3-B4D1-4434-B806-1541D9B7E47B}">
      <dgm:prSet phldrT="[Text]" custT="1"/>
      <dgm:spPr/>
      <dgm:t>
        <a:bodyPr/>
        <a:lstStyle/>
        <a:p>
          <a:pPr>
            <a:buNone/>
          </a:pPr>
          <a:r>
            <a:rPr lang="el-GR" sz="1600" dirty="0"/>
            <a:t>Ένα κατάλυμα μπορεί να έχει πολλαπλές κρατήσεις</a:t>
          </a:r>
        </a:p>
      </dgm:t>
    </dgm:pt>
    <dgm:pt modelId="{2511A303-6B42-4FD1-AF01-5F2968705605}" type="parTrans" cxnId="{5A090B33-E468-4FF0-9167-ECED89A5FA87}">
      <dgm:prSet/>
      <dgm:spPr/>
      <dgm:t>
        <a:bodyPr/>
        <a:lstStyle/>
        <a:p>
          <a:endParaRPr lang="el-GR"/>
        </a:p>
      </dgm:t>
    </dgm:pt>
    <dgm:pt modelId="{3FB3F832-5C62-48B5-BB96-EA8AD983DDDF}" type="sibTrans" cxnId="{5A090B33-E468-4FF0-9167-ECED89A5FA87}">
      <dgm:prSet/>
      <dgm:spPr/>
      <dgm:t>
        <a:bodyPr/>
        <a:lstStyle/>
        <a:p>
          <a:endParaRPr lang="el-GR"/>
        </a:p>
      </dgm:t>
    </dgm:pt>
    <dgm:pt modelId="{2E0C3FFA-A822-406A-AA99-4EDD6E4B9B67}" type="pres">
      <dgm:prSet presAssocID="{45A16679-B455-4E11-A402-9ACA9D122990}" presName="Name0" presStyleCnt="0">
        <dgm:presLayoutVars>
          <dgm:dir/>
          <dgm:animLvl val="lvl"/>
          <dgm:resizeHandles val="exact"/>
        </dgm:presLayoutVars>
      </dgm:prSet>
      <dgm:spPr/>
    </dgm:pt>
    <dgm:pt modelId="{3FDF230D-2708-4C89-9887-EB6FB3F2CF4C}" type="pres">
      <dgm:prSet presAssocID="{000C766F-2CEB-470C-92E4-E115FEE00583}" presName="linNode" presStyleCnt="0"/>
      <dgm:spPr/>
    </dgm:pt>
    <dgm:pt modelId="{D94C7B5D-BDDC-4DA7-8E89-36F252F29238}" type="pres">
      <dgm:prSet presAssocID="{000C766F-2CEB-470C-92E4-E115FEE00583}" presName="parentText" presStyleLbl="node1" presStyleIdx="0" presStyleCnt="3" custLinFactNeighborY="-151">
        <dgm:presLayoutVars>
          <dgm:chMax val="1"/>
          <dgm:bulletEnabled val="1"/>
        </dgm:presLayoutVars>
      </dgm:prSet>
      <dgm:spPr/>
    </dgm:pt>
    <dgm:pt modelId="{703AF03F-49A0-45EB-8194-A55464090A6B}" type="pres">
      <dgm:prSet presAssocID="{000C766F-2CEB-470C-92E4-E115FEE00583}" presName="descendantText" presStyleLbl="alignAccFollowNode1" presStyleIdx="0" presStyleCnt="3">
        <dgm:presLayoutVars>
          <dgm:bulletEnabled val="1"/>
        </dgm:presLayoutVars>
      </dgm:prSet>
      <dgm:spPr/>
    </dgm:pt>
    <dgm:pt modelId="{8143C8E1-D408-4362-9A37-A75674504B16}" type="pres">
      <dgm:prSet presAssocID="{562A4894-2058-40FD-AE35-E0A10A617AFE}" presName="sp" presStyleCnt="0"/>
      <dgm:spPr/>
    </dgm:pt>
    <dgm:pt modelId="{90F9BD3C-73F9-4FA8-8AF3-2D00FE93C904}" type="pres">
      <dgm:prSet presAssocID="{E6F1A9B3-923B-4636-BEB4-5CC8AD41F61D}" presName="linNode" presStyleCnt="0"/>
      <dgm:spPr/>
    </dgm:pt>
    <dgm:pt modelId="{F21B2DAE-ABC9-4F0C-8A51-8DE12E5295A7}" type="pres">
      <dgm:prSet presAssocID="{E6F1A9B3-923B-4636-BEB4-5CC8AD41F61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5DAE389-0595-43CF-A1A5-AC82DA0ADDEE}" type="pres">
      <dgm:prSet presAssocID="{E6F1A9B3-923B-4636-BEB4-5CC8AD41F61D}" presName="descendantText" presStyleLbl="alignAccFollowNode1" presStyleIdx="1" presStyleCnt="3" custLinFactNeighborX="6194" custLinFactNeighborY="0">
        <dgm:presLayoutVars>
          <dgm:bulletEnabled val="1"/>
        </dgm:presLayoutVars>
      </dgm:prSet>
      <dgm:spPr/>
    </dgm:pt>
    <dgm:pt modelId="{42287193-F1D7-4DA0-A2CD-308CD8424FF7}" type="pres">
      <dgm:prSet presAssocID="{87842CF5-FD48-403E-BED3-DD1E3262A524}" presName="sp" presStyleCnt="0"/>
      <dgm:spPr/>
    </dgm:pt>
    <dgm:pt modelId="{EA9A6820-0C87-4A12-8870-283B1BDB66C8}" type="pres">
      <dgm:prSet presAssocID="{ABAE62FE-C7FE-4CD6-B08E-CAF22E5C2FAB}" presName="linNode" presStyleCnt="0"/>
      <dgm:spPr/>
    </dgm:pt>
    <dgm:pt modelId="{F1227B17-1B07-4064-822B-49DB0311DF3E}" type="pres">
      <dgm:prSet presAssocID="{ABAE62FE-C7FE-4CD6-B08E-CAF22E5C2FAB}" presName="parentText" presStyleLbl="node1" presStyleIdx="2" presStyleCnt="3" custLinFactNeighborY="-5462">
        <dgm:presLayoutVars>
          <dgm:chMax val="1"/>
          <dgm:bulletEnabled val="1"/>
        </dgm:presLayoutVars>
      </dgm:prSet>
      <dgm:spPr/>
    </dgm:pt>
    <dgm:pt modelId="{480E8E2D-4F4D-454A-AEAC-923966FD490F}" type="pres">
      <dgm:prSet presAssocID="{ABAE62FE-C7FE-4CD6-B08E-CAF22E5C2FA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FD5D002-3474-4F4F-BF0E-91F99726A621}" srcId="{000C766F-2CEB-470C-92E4-E115FEE00583}" destId="{BA86BCC2-A704-48B8-A989-61B57236084B}" srcOrd="0" destOrd="0" parTransId="{649FAEBD-E380-4A3E-AF35-7C2A248B213B}" sibTransId="{43DB5FF2-5A6C-4C5A-B942-BBC74F4E83D9}"/>
    <dgm:cxn modelId="{0A2F0611-73EE-4878-8CE0-A0D701E48580}" srcId="{E6F1A9B3-923B-4636-BEB4-5CC8AD41F61D}" destId="{DAB493BA-26AC-4F73-84BE-EB9309AA8E17}" srcOrd="0" destOrd="0" parTransId="{FD9EDCFC-F524-407B-974C-2356DFEC1C60}" sibTransId="{B6D41A07-1C56-4C3B-9B60-7FDE9E00D8D2}"/>
    <dgm:cxn modelId="{8EEF0716-F08E-402A-8F97-C2F190496419}" type="presOf" srcId="{BA86BCC2-A704-48B8-A989-61B57236084B}" destId="{703AF03F-49A0-45EB-8194-A55464090A6B}" srcOrd="0" destOrd="0" presId="urn:microsoft.com/office/officeart/2005/8/layout/vList5"/>
    <dgm:cxn modelId="{99182F17-56D8-432B-8FB6-1BD17B7AAD79}" srcId="{45A16679-B455-4E11-A402-9ACA9D122990}" destId="{ABAE62FE-C7FE-4CD6-B08E-CAF22E5C2FAB}" srcOrd="2" destOrd="0" parTransId="{F7468646-0B47-4A17-B3A6-3BD4469F6EB9}" sibTransId="{ECEEC42F-AFC9-4A2A-BA49-9972D597A8F5}"/>
    <dgm:cxn modelId="{6EFC252E-CCDE-41D3-86BD-C4214E0F66DD}" srcId="{45A16679-B455-4E11-A402-9ACA9D122990}" destId="{E6F1A9B3-923B-4636-BEB4-5CC8AD41F61D}" srcOrd="1" destOrd="0" parTransId="{FCADD92C-AF48-4D5C-9D6E-7F131D8F68D1}" sibTransId="{87842CF5-FD48-403E-BED3-DD1E3262A524}"/>
    <dgm:cxn modelId="{5A090B33-E468-4FF0-9167-ECED89A5FA87}" srcId="{ABAE62FE-C7FE-4CD6-B08E-CAF22E5C2FAB}" destId="{7C1016C3-B4D1-4434-B806-1541D9B7E47B}" srcOrd="1" destOrd="0" parTransId="{2511A303-6B42-4FD1-AF01-5F2968705605}" sibTransId="{3FB3F832-5C62-48B5-BB96-EA8AD983DDDF}"/>
    <dgm:cxn modelId="{D84BA339-DF92-4EAD-AB20-3C4FE4DE5AC5}" type="presOf" srcId="{A922C8E8-D731-4C0E-9C35-D44A9AA1EC9D}" destId="{703AF03F-49A0-45EB-8194-A55464090A6B}" srcOrd="0" destOrd="1" presId="urn:microsoft.com/office/officeart/2005/8/layout/vList5"/>
    <dgm:cxn modelId="{22505B61-E4D2-4E8C-B47B-3EE7A313D046}" type="presOf" srcId="{ABAE62FE-C7FE-4CD6-B08E-CAF22E5C2FAB}" destId="{F1227B17-1B07-4064-822B-49DB0311DF3E}" srcOrd="0" destOrd="0" presId="urn:microsoft.com/office/officeart/2005/8/layout/vList5"/>
    <dgm:cxn modelId="{95D67E64-D6A1-46B6-8A12-056BA53B47C5}" type="presOf" srcId="{65024030-6611-4F44-A901-57977EB4F4BE}" destId="{480E8E2D-4F4D-454A-AEAC-923966FD490F}" srcOrd="0" destOrd="0" presId="urn:microsoft.com/office/officeart/2005/8/layout/vList5"/>
    <dgm:cxn modelId="{7F382F69-D206-49FC-9755-806C7A68FCEE}" type="presOf" srcId="{7C1016C3-B4D1-4434-B806-1541D9B7E47B}" destId="{480E8E2D-4F4D-454A-AEAC-923966FD490F}" srcOrd="0" destOrd="1" presId="urn:microsoft.com/office/officeart/2005/8/layout/vList5"/>
    <dgm:cxn modelId="{AF7C254A-EEEC-45A0-8128-2A6693956745}" srcId="{000C766F-2CEB-470C-92E4-E115FEE00583}" destId="{A922C8E8-D731-4C0E-9C35-D44A9AA1EC9D}" srcOrd="1" destOrd="0" parTransId="{07C47DD3-4E8C-4D9B-A95A-B817BB6DF983}" sibTransId="{476FDFE0-70CB-4808-897E-EAC3B02AB1A7}"/>
    <dgm:cxn modelId="{D230F77A-65F4-4497-A56B-7622A218AB08}" type="presOf" srcId="{9A376003-3057-4FF8-8649-3430B13459DF}" destId="{95DAE389-0595-43CF-A1A5-AC82DA0ADDEE}" srcOrd="0" destOrd="1" presId="urn:microsoft.com/office/officeart/2005/8/layout/vList5"/>
    <dgm:cxn modelId="{023B368B-7A14-45CA-91CB-1094719B3EEF}" srcId="{E6F1A9B3-923B-4636-BEB4-5CC8AD41F61D}" destId="{9A376003-3057-4FF8-8649-3430B13459DF}" srcOrd="1" destOrd="0" parTransId="{B7E2842A-5A0C-4769-8A81-DBEC6267E7C6}" sibTransId="{DF12A443-B7D7-4BD0-BF49-5007E677B0C8}"/>
    <dgm:cxn modelId="{1AE1878F-54BE-4CCD-9E68-A047C666F757}" srcId="{ABAE62FE-C7FE-4CD6-B08E-CAF22E5C2FAB}" destId="{65024030-6611-4F44-A901-57977EB4F4BE}" srcOrd="0" destOrd="0" parTransId="{E6F201C8-D509-45CF-9FA2-23507F098A2A}" sibTransId="{41950418-ABC2-41C8-9BAB-372A310B44B5}"/>
    <dgm:cxn modelId="{0F3D86AA-41E6-433C-B7CD-8BE11F1E4077}" type="presOf" srcId="{DAB493BA-26AC-4F73-84BE-EB9309AA8E17}" destId="{95DAE389-0595-43CF-A1A5-AC82DA0ADDEE}" srcOrd="0" destOrd="0" presId="urn:microsoft.com/office/officeart/2005/8/layout/vList5"/>
    <dgm:cxn modelId="{865D61C8-5CFD-4A4C-856A-ED7628E1BBCC}" srcId="{45A16679-B455-4E11-A402-9ACA9D122990}" destId="{000C766F-2CEB-470C-92E4-E115FEE00583}" srcOrd="0" destOrd="0" parTransId="{1D12EFE4-2B22-4C10-BC52-867A0739D58E}" sibTransId="{562A4894-2058-40FD-AE35-E0A10A617AFE}"/>
    <dgm:cxn modelId="{98A1B9D1-EA65-438F-AD78-47BC718A7A4F}" type="presOf" srcId="{E6F1A9B3-923B-4636-BEB4-5CC8AD41F61D}" destId="{F21B2DAE-ABC9-4F0C-8A51-8DE12E5295A7}" srcOrd="0" destOrd="0" presId="urn:microsoft.com/office/officeart/2005/8/layout/vList5"/>
    <dgm:cxn modelId="{F9FBE3E6-9AD9-4D42-BF2D-3E095CC8DCA5}" type="presOf" srcId="{45A16679-B455-4E11-A402-9ACA9D122990}" destId="{2E0C3FFA-A822-406A-AA99-4EDD6E4B9B67}" srcOrd="0" destOrd="0" presId="urn:microsoft.com/office/officeart/2005/8/layout/vList5"/>
    <dgm:cxn modelId="{788D1CF3-A49C-42D4-8764-094FE8F185E1}" type="presOf" srcId="{000C766F-2CEB-470C-92E4-E115FEE00583}" destId="{D94C7B5D-BDDC-4DA7-8E89-36F252F29238}" srcOrd="0" destOrd="0" presId="urn:microsoft.com/office/officeart/2005/8/layout/vList5"/>
    <dgm:cxn modelId="{9BAF0055-2B05-408B-8EDB-CD1728920760}" type="presParOf" srcId="{2E0C3FFA-A822-406A-AA99-4EDD6E4B9B67}" destId="{3FDF230D-2708-4C89-9887-EB6FB3F2CF4C}" srcOrd="0" destOrd="0" presId="urn:microsoft.com/office/officeart/2005/8/layout/vList5"/>
    <dgm:cxn modelId="{104562DA-AD21-4FDE-91A3-3ABBDAC33564}" type="presParOf" srcId="{3FDF230D-2708-4C89-9887-EB6FB3F2CF4C}" destId="{D94C7B5D-BDDC-4DA7-8E89-36F252F29238}" srcOrd="0" destOrd="0" presId="urn:microsoft.com/office/officeart/2005/8/layout/vList5"/>
    <dgm:cxn modelId="{C9C56720-5EF0-4FA9-B828-DF81481B96B0}" type="presParOf" srcId="{3FDF230D-2708-4C89-9887-EB6FB3F2CF4C}" destId="{703AF03F-49A0-45EB-8194-A55464090A6B}" srcOrd="1" destOrd="0" presId="urn:microsoft.com/office/officeart/2005/8/layout/vList5"/>
    <dgm:cxn modelId="{D4EE615D-B93B-4C40-BB5E-994E76DCE8E6}" type="presParOf" srcId="{2E0C3FFA-A822-406A-AA99-4EDD6E4B9B67}" destId="{8143C8E1-D408-4362-9A37-A75674504B16}" srcOrd="1" destOrd="0" presId="urn:microsoft.com/office/officeart/2005/8/layout/vList5"/>
    <dgm:cxn modelId="{71E623E1-463B-4982-98EB-B162704CD007}" type="presParOf" srcId="{2E0C3FFA-A822-406A-AA99-4EDD6E4B9B67}" destId="{90F9BD3C-73F9-4FA8-8AF3-2D00FE93C904}" srcOrd="2" destOrd="0" presId="urn:microsoft.com/office/officeart/2005/8/layout/vList5"/>
    <dgm:cxn modelId="{99548971-605D-434D-9B7D-A93B559BEC0F}" type="presParOf" srcId="{90F9BD3C-73F9-4FA8-8AF3-2D00FE93C904}" destId="{F21B2DAE-ABC9-4F0C-8A51-8DE12E5295A7}" srcOrd="0" destOrd="0" presId="urn:microsoft.com/office/officeart/2005/8/layout/vList5"/>
    <dgm:cxn modelId="{FA0D3350-C240-4145-914C-1FD91A114F58}" type="presParOf" srcId="{90F9BD3C-73F9-4FA8-8AF3-2D00FE93C904}" destId="{95DAE389-0595-43CF-A1A5-AC82DA0ADDEE}" srcOrd="1" destOrd="0" presId="urn:microsoft.com/office/officeart/2005/8/layout/vList5"/>
    <dgm:cxn modelId="{ECC3EA8A-F78D-4643-9938-620D7D238DF1}" type="presParOf" srcId="{2E0C3FFA-A822-406A-AA99-4EDD6E4B9B67}" destId="{42287193-F1D7-4DA0-A2CD-308CD8424FF7}" srcOrd="3" destOrd="0" presId="urn:microsoft.com/office/officeart/2005/8/layout/vList5"/>
    <dgm:cxn modelId="{A7E178F0-CF93-49FE-9626-454BA1AFD394}" type="presParOf" srcId="{2E0C3FFA-A822-406A-AA99-4EDD6E4B9B67}" destId="{EA9A6820-0C87-4A12-8870-283B1BDB66C8}" srcOrd="4" destOrd="0" presId="urn:microsoft.com/office/officeart/2005/8/layout/vList5"/>
    <dgm:cxn modelId="{ACEDCEE2-9629-4742-ADC1-149E7D76975B}" type="presParOf" srcId="{EA9A6820-0C87-4A12-8870-283B1BDB66C8}" destId="{F1227B17-1B07-4064-822B-49DB0311DF3E}" srcOrd="0" destOrd="0" presId="urn:microsoft.com/office/officeart/2005/8/layout/vList5"/>
    <dgm:cxn modelId="{178A823E-4A0E-4FF8-8E36-11C6D17B30F0}" type="presParOf" srcId="{EA9A6820-0C87-4A12-8870-283B1BDB66C8}" destId="{480E8E2D-4F4D-454A-AEAC-923966FD49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0AB36C-5476-4A71-B860-8BD2180C5099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l-GR"/>
        </a:p>
      </dgm:t>
    </dgm:pt>
    <dgm:pt modelId="{00E9B7E1-201F-490C-9D21-D0AD1DDDA4ED}">
      <dgm:prSet phldrT="[Text]" custT="1"/>
      <dgm:spPr/>
      <dgm:t>
        <a:bodyPr/>
        <a:lstStyle/>
        <a:p>
          <a:pPr>
            <a:buNone/>
          </a:pPr>
          <a:r>
            <a:rPr lang="el-GR" sz="2000" b="1" i="0" dirty="0"/>
            <a:t>Κατάλυμα ➔ Αξιολόγηση</a:t>
          </a:r>
          <a:endParaRPr lang="el-GR" sz="2000" dirty="0"/>
        </a:p>
      </dgm:t>
    </dgm:pt>
    <dgm:pt modelId="{2366C2DD-EC8C-4566-90E1-1F914C8DE1A9}" type="parTrans" cxnId="{F66BFA93-1DCF-4286-85FD-250A35BA39A0}">
      <dgm:prSet/>
      <dgm:spPr/>
      <dgm:t>
        <a:bodyPr/>
        <a:lstStyle/>
        <a:p>
          <a:endParaRPr lang="el-GR"/>
        </a:p>
      </dgm:t>
    </dgm:pt>
    <dgm:pt modelId="{4660D266-4F47-4747-9313-99EBF522C7A1}" type="sibTrans" cxnId="{F66BFA93-1DCF-4286-85FD-250A35BA39A0}">
      <dgm:prSet/>
      <dgm:spPr/>
      <dgm:t>
        <a:bodyPr/>
        <a:lstStyle/>
        <a:p>
          <a:endParaRPr lang="el-GR"/>
        </a:p>
      </dgm:t>
    </dgm:pt>
    <dgm:pt modelId="{09561A4A-EEFC-4E8F-8BCA-5841CBE50BCF}">
      <dgm:prSet phldrT="[Text]" custT="1"/>
      <dgm:spPr/>
      <dgm:t>
        <a:bodyPr/>
        <a:lstStyle/>
        <a:p>
          <a:pPr>
            <a:buNone/>
          </a:pPr>
          <a:r>
            <a:rPr lang="el-GR" sz="1800" b="1" i="0" dirty="0"/>
            <a:t>1 : N</a:t>
          </a:r>
          <a:endParaRPr lang="el-GR" sz="1800" dirty="0"/>
        </a:p>
      </dgm:t>
    </dgm:pt>
    <dgm:pt modelId="{ED592354-D149-47F5-BB09-9C530ED5794C}" type="parTrans" cxnId="{961AC9CE-B55F-45F9-9E0B-73F242F4EAD4}">
      <dgm:prSet/>
      <dgm:spPr/>
      <dgm:t>
        <a:bodyPr/>
        <a:lstStyle/>
        <a:p>
          <a:endParaRPr lang="el-GR"/>
        </a:p>
      </dgm:t>
    </dgm:pt>
    <dgm:pt modelId="{A5EC3BEA-F8C4-4D93-BAC1-462B1BD0AABB}" type="sibTrans" cxnId="{961AC9CE-B55F-45F9-9E0B-73F242F4EAD4}">
      <dgm:prSet/>
      <dgm:spPr/>
      <dgm:t>
        <a:bodyPr/>
        <a:lstStyle/>
        <a:p>
          <a:endParaRPr lang="el-GR"/>
        </a:p>
      </dgm:t>
    </dgm:pt>
    <dgm:pt modelId="{C8F34F5F-1FFC-4CBD-988A-BDAAF51BC858}">
      <dgm:prSet phldrT="[Text]" phldr="0"/>
      <dgm:spPr/>
      <dgm:t>
        <a:bodyPr/>
        <a:lstStyle/>
        <a:p>
          <a:endParaRPr lang="el-GR" dirty="0"/>
        </a:p>
      </dgm:t>
    </dgm:pt>
    <dgm:pt modelId="{8849E5BA-F9C0-4104-A8EC-A8F8DC129C85}" type="parTrans" cxnId="{FB49809F-EEBF-441F-86A0-AD0B02EF601C}">
      <dgm:prSet/>
      <dgm:spPr/>
      <dgm:t>
        <a:bodyPr/>
        <a:lstStyle/>
        <a:p>
          <a:endParaRPr lang="el-GR"/>
        </a:p>
      </dgm:t>
    </dgm:pt>
    <dgm:pt modelId="{A8E622A6-6C6B-4BF3-8495-B15463141CE1}" type="sibTrans" cxnId="{FB49809F-EEBF-441F-86A0-AD0B02EF601C}">
      <dgm:prSet/>
      <dgm:spPr/>
      <dgm:t>
        <a:bodyPr/>
        <a:lstStyle/>
        <a:p>
          <a:endParaRPr lang="el-GR"/>
        </a:p>
      </dgm:t>
    </dgm:pt>
    <dgm:pt modelId="{269E72D9-4B74-45D6-A96E-C4BEF52B090A}">
      <dgm:prSet phldrT="[Text]" custT="1"/>
      <dgm:spPr/>
      <dgm:t>
        <a:bodyPr/>
        <a:lstStyle/>
        <a:p>
          <a:pPr>
            <a:buNone/>
          </a:pPr>
          <a:r>
            <a:rPr lang="el-GR" sz="1800" b="1" i="0" dirty="0"/>
            <a:t>1 : N</a:t>
          </a:r>
          <a:endParaRPr lang="el-GR" sz="1800" dirty="0"/>
        </a:p>
      </dgm:t>
    </dgm:pt>
    <dgm:pt modelId="{6705EAF1-3166-41F0-B84A-633F587118BF}" type="parTrans" cxnId="{1BF1DA0D-A0F0-4047-A850-480AC636C69E}">
      <dgm:prSet/>
      <dgm:spPr/>
      <dgm:t>
        <a:bodyPr/>
        <a:lstStyle/>
        <a:p>
          <a:endParaRPr lang="el-GR"/>
        </a:p>
      </dgm:t>
    </dgm:pt>
    <dgm:pt modelId="{EA2B0796-46F7-4181-8CBF-D1C560A5A557}" type="sibTrans" cxnId="{1BF1DA0D-A0F0-4047-A850-480AC636C69E}">
      <dgm:prSet/>
      <dgm:spPr/>
      <dgm:t>
        <a:bodyPr/>
        <a:lstStyle/>
        <a:p>
          <a:endParaRPr lang="el-GR"/>
        </a:p>
      </dgm:t>
    </dgm:pt>
    <dgm:pt modelId="{5DAFED2B-92C9-409E-8266-DF1B6982AC2D}">
      <dgm:prSet phldrT="[Text]" phldr="0" custT="1"/>
      <dgm:spPr/>
      <dgm:t>
        <a:bodyPr/>
        <a:lstStyle/>
        <a:p>
          <a:pPr>
            <a:buNone/>
          </a:pPr>
          <a:r>
            <a:rPr lang="el-GR" sz="1600" dirty="0"/>
            <a:t> Ένας </a:t>
          </a:r>
          <a:r>
            <a:rPr lang="el-GR" sz="1600" dirty="0" err="1"/>
            <a:t>αξιολογητής</a:t>
          </a:r>
          <a:r>
            <a:rPr lang="el-GR" sz="1600" dirty="0"/>
            <a:t> μπορεί να έχει κάνει πολλαπλές αξιολογήσεις</a:t>
          </a:r>
        </a:p>
      </dgm:t>
    </dgm:pt>
    <dgm:pt modelId="{5B33CD8A-9233-4618-94A1-04B81238D09A}" type="parTrans" cxnId="{C465C2B3-83FA-4B4C-8E69-AAAFCE7C9D79}">
      <dgm:prSet/>
      <dgm:spPr/>
      <dgm:t>
        <a:bodyPr/>
        <a:lstStyle/>
        <a:p>
          <a:endParaRPr lang="el-GR"/>
        </a:p>
      </dgm:t>
    </dgm:pt>
    <dgm:pt modelId="{E80AB2B7-74D3-4EAE-A978-13209A21C60D}" type="sibTrans" cxnId="{C465C2B3-83FA-4B4C-8E69-AAAFCE7C9D79}">
      <dgm:prSet/>
      <dgm:spPr/>
      <dgm:t>
        <a:bodyPr/>
        <a:lstStyle/>
        <a:p>
          <a:endParaRPr lang="el-GR"/>
        </a:p>
      </dgm:t>
    </dgm:pt>
    <dgm:pt modelId="{660D4F78-D0A3-4D2C-AEF6-DD4468B4124E}">
      <dgm:prSet phldrT="[Text]" custT="1"/>
      <dgm:spPr/>
      <dgm:t>
        <a:bodyPr/>
        <a:lstStyle/>
        <a:p>
          <a:pPr>
            <a:buNone/>
          </a:pPr>
          <a:r>
            <a:rPr lang="el-GR" sz="1800" b="1" i="0" dirty="0"/>
            <a:t>Οικοδεσπότης ➔ Ταυτοποίηση</a:t>
          </a:r>
          <a:endParaRPr lang="el-GR" sz="1800" dirty="0"/>
        </a:p>
      </dgm:t>
    </dgm:pt>
    <dgm:pt modelId="{BA14CFDE-CA24-4312-8E7A-C314F61D093A}" type="parTrans" cxnId="{7DB5AE4A-D33B-47B7-BD39-A62C0CE80007}">
      <dgm:prSet/>
      <dgm:spPr/>
      <dgm:t>
        <a:bodyPr/>
        <a:lstStyle/>
        <a:p>
          <a:endParaRPr lang="el-GR"/>
        </a:p>
      </dgm:t>
    </dgm:pt>
    <dgm:pt modelId="{C7F73E70-1C26-4B0E-B90F-E3C003FD7DA7}" type="sibTrans" cxnId="{7DB5AE4A-D33B-47B7-BD39-A62C0CE80007}">
      <dgm:prSet/>
      <dgm:spPr/>
      <dgm:t>
        <a:bodyPr/>
        <a:lstStyle/>
        <a:p>
          <a:endParaRPr lang="el-GR"/>
        </a:p>
      </dgm:t>
    </dgm:pt>
    <dgm:pt modelId="{0BF81EEF-B841-45C3-9787-EBB265819B21}">
      <dgm:prSet phldrT="[Text]" custT="1"/>
      <dgm:spPr/>
      <dgm:t>
        <a:bodyPr/>
        <a:lstStyle/>
        <a:p>
          <a:pPr>
            <a:buNone/>
          </a:pPr>
          <a:r>
            <a:rPr lang="el-GR" sz="1800" b="1" i="0" dirty="0"/>
            <a:t>Μ : N</a:t>
          </a:r>
          <a:endParaRPr lang="el-GR" sz="1800" dirty="0"/>
        </a:p>
      </dgm:t>
    </dgm:pt>
    <dgm:pt modelId="{B67FA7CF-DA57-4A81-833C-256A01E1B6D3}" type="parTrans" cxnId="{2ECB189F-2DFC-49A1-BB2C-6298E65BB251}">
      <dgm:prSet/>
      <dgm:spPr/>
      <dgm:t>
        <a:bodyPr/>
        <a:lstStyle/>
        <a:p>
          <a:endParaRPr lang="el-GR"/>
        </a:p>
      </dgm:t>
    </dgm:pt>
    <dgm:pt modelId="{6B880732-D353-40FD-91E4-E6476184128E}" type="sibTrans" cxnId="{2ECB189F-2DFC-49A1-BB2C-6298E65BB251}">
      <dgm:prSet/>
      <dgm:spPr/>
      <dgm:t>
        <a:bodyPr/>
        <a:lstStyle/>
        <a:p>
          <a:endParaRPr lang="el-GR"/>
        </a:p>
      </dgm:t>
    </dgm:pt>
    <dgm:pt modelId="{073275E9-96BF-4CF2-BB5F-3F6E141951D3}">
      <dgm:prSet phldrT="[Text]" custT="1"/>
      <dgm:spPr/>
      <dgm:t>
        <a:bodyPr/>
        <a:lstStyle/>
        <a:p>
          <a:pPr>
            <a:buNone/>
          </a:pPr>
          <a:r>
            <a:rPr lang="el-GR" sz="1800" dirty="0"/>
            <a:t> </a:t>
          </a:r>
          <a:r>
            <a:rPr lang="el-GR" sz="1600" dirty="0"/>
            <a:t>Ένα κατάλυμα μπορεί να έχει πολλαπλές αξιολογήσεις</a:t>
          </a:r>
        </a:p>
      </dgm:t>
    </dgm:pt>
    <dgm:pt modelId="{2BA8B44B-A6DC-4150-B8B9-423BA406E67F}" type="parTrans" cxnId="{4085B2BB-03BA-42C7-A6CA-05B0F6F50185}">
      <dgm:prSet/>
      <dgm:spPr/>
      <dgm:t>
        <a:bodyPr/>
        <a:lstStyle/>
        <a:p>
          <a:endParaRPr lang="el-GR"/>
        </a:p>
      </dgm:t>
    </dgm:pt>
    <dgm:pt modelId="{F49EA571-B45A-4795-8353-5527202E3710}" type="sibTrans" cxnId="{4085B2BB-03BA-42C7-A6CA-05B0F6F50185}">
      <dgm:prSet/>
      <dgm:spPr/>
      <dgm:t>
        <a:bodyPr/>
        <a:lstStyle/>
        <a:p>
          <a:endParaRPr lang="el-GR"/>
        </a:p>
      </dgm:t>
    </dgm:pt>
    <dgm:pt modelId="{5589593F-42F0-4D5F-BD89-5D40BD2E95B5}">
      <dgm:prSet phldrT="[Text]" custT="1"/>
      <dgm:spPr/>
      <dgm:t>
        <a:bodyPr/>
        <a:lstStyle/>
        <a:p>
          <a:pPr>
            <a:buNone/>
          </a:pPr>
          <a:r>
            <a:rPr lang="el-GR" sz="1600" dirty="0"/>
            <a:t>Ένας οικοδεσπότης μπορεί να έχει πολλαπλά είδη ταυτοποίησης</a:t>
          </a:r>
          <a:endParaRPr lang="el-GR" sz="1800" dirty="0"/>
        </a:p>
      </dgm:t>
    </dgm:pt>
    <dgm:pt modelId="{001F5CB9-2796-4999-9C9C-7B3148DF384A}" type="parTrans" cxnId="{60B2BEA7-0E77-489E-B4C4-9B69EAE0750A}">
      <dgm:prSet/>
      <dgm:spPr/>
      <dgm:t>
        <a:bodyPr/>
        <a:lstStyle/>
        <a:p>
          <a:endParaRPr lang="el-GR"/>
        </a:p>
      </dgm:t>
    </dgm:pt>
    <dgm:pt modelId="{44471374-0F39-4986-9097-2CC774021FB6}" type="sibTrans" cxnId="{60B2BEA7-0E77-489E-B4C4-9B69EAE0750A}">
      <dgm:prSet/>
      <dgm:spPr/>
      <dgm:t>
        <a:bodyPr/>
        <a:lstStyle/>
        <a:p>
          <a:endParaRPr lang="el-GR"/>
        </a:p>
      </dgm:t>
    </dgm:pt>
    <dgm:pt modelId="{A6C985F5-A807-416D-B0AF-4688E1572346}" type="pres">
      <dgm:prSet presAssocID="{8A0AB36C-5476-4A71-B860-8BD2180C5099}" presName="Name0" presStyleCnt="0">
        <dgm:presLayoutVars>
          <dgm:dir/>
          <dgm:animLvl val="lvl"/>
          <dgm:resizeHandles val="exact"/>
        </dgm:presLayoutVars>
      </dgm:prSet>
      <dgm:spPr/>
    </dgm:pt>
    <dgm:pt modelId="{A029CC58-A2DF-4F43-B156-426F11261DA1}" type="pres">
      <dgm:prSet presAssocID="{00E9B7E1-201F-490C-9D21-D0AD1DDDA4ED}" presName="linNode" presStyleCnt="0"/>
      <dgm:spPr/>
    </dgm:pt>
    <dgm:pt modelId="{D3813EEB-884F-41EB-823F-79FC25DB29B6}" type="pres">
      <dgm:prSet presAssocID="{00E9B7E1-201F-490C-9D21-D0AD1DDDA4ED}" presName="parentText" presStyleLbl="node1" presStyleIdx="0" presStyleCnt="3" custLinFactNeighborY="-151">
        <dgm:presLayoutVars>
          <dgm:chMax val="1"/>
          <dgm:bulletEnabled val="1"/>
        </dgm:presLayoutVars>
      </dgm:prSet>
      <dgm:spPr/>
    </dgm:pt>
    <dgm:pt modelId="{891B049C-65CE-47A4-9844-06DCEC68FC9A}" type="pres">
      <dgm:prSet presAssocID="{00E9B7E1-201F-490C-9D21-D0AD1DDDA4ED}" presName="descendantText" presStyleLbl="alignAccFollowNode1" presStyleIdx="0" presStyleCnt="3">
        <dgm:presLayoutVars>
          <dgm:bulletEnabled val="1"/>
        </dgm:presLayoutVars>
      </dgm:prSet>
      <dgm:spPr/>
    </dgm:pt>
    <dgm:pt modelId="{EA6B83AE-E8BD-4F56-AF8F-57CC18B681D7}" type="pres">
      <dgm:prSet presAssocID="{4660D266-4F47-4747-9313-99EBF522C7A1}" presName="sp" presStyleCnt="0"/>
      <dgm:spPr/>
    </dgm:pt>
    <dgm:pt modelId="{33BDC054-2715-454C-B1BC-C1BDE86D08B7}" type="pres">
      <dgm:prSet presAssocID="{C8F34F5F-1FFC-4CBD-988A-BDAAF51BC858}" presName="linNode" presStyleCnt="0"/>
      <dgm:spPr/>
    </dgm:pt>
    <dgm:pt modelId="{4AB5B5EE-80F7-4E46-A4D5-9DC9B6C68D48}" type="pres">
      <dgm:prSet presAssocID="{C8F34F5F-1FFC-4CBD-988A-BDAAF51BC858}" presName="parentText" presStyleLbl="node1" presStyleIdx="1" presStyleCnt="3" custLinFactNeighborX="0" custLinFactNeighborY="-4424">
        <dgm:presLayoutVars>
          <dgm:chMax val="1"/>
          <dgm:bulletEnabled val="1"/>
        </dgm:presLayoutVars>
      </dgm:prSet>
      <dgm:spPr/>
    </dgm:pt>
    <dgm:pt modelId="{011E3FBF-054F-4047-8FB2-8BC438F00D87}" type="pres">
      <dgm:prSet presAssocID="{C8F34F5F-1FFC-4CBD-988A-BDAAF51BC858}" presName="descendantText" presStyleLbl="alignAccFollowNode1" presStyleIdx="1" presStyleCnt="3">
        <dgm:presLayoutVars>
          <dgm:bulletEnabled val="1"/>
        </dgm:presLayoutVars>
      </dgm:prSet>
      <dgm:spPr/>
    </dgm:pt>
    <dgm:pt modelId="{7B4215EF-80BC-4D49-AB81-5BE01BEA34FB}" type="pres">
      <dgm:prSet presAssocID="{A8E622A6-6C6B-4BF3-8495-B15463141CE1}" presName="sp" presStyleCnt="0"/>
      <dgm:spPr/>
    </dgm:pt>
    <dgm:pt modelId="{4562F533-B18F-4833-9E70-B4FEA7BDE85C}" type="pres">
      <dgm:prSet presAssocID="{660D4F78-D0A3-4D2C-AEF6-DD4468B4124E}" presName="linNode" presStyleCnt="0"/>
      <dgm:spPr/>
    </dgm:pt>
    <dgm:pt modelId="{41833299-1D14-427A-8F9B-F16E2E6273BB}" type="pres">
      <dgm:prSet presAssocID="{660D4F78-D0A3-4D2C-AEF6-DD4468B4124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A59D1A5-0D2F-4DB9-9BD1-FC486B37226F}" type="pres">
      <dgm:prSet presAssocID="{660D4F78-D0A3-4D2C-AEF6-DD4468B4124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BF1DA0D-A0F0-4047-A850-480AC636C69E}" srcId="{C8F34F5F-1FFC-4CBD-988A-BDAAF51BC858}" destId="{269E72D9-4B74-45D6-A96E-C4BEF52B090A}" srcOrd="0" destOrd="0" parTransId="{6705EAF1-3166-41F0-B84A-633F587118BF}" sibTransId="{EA2B0796-46F7-4181-8CBF-D1C560A5A557}"/>
    <dgm:cxn modelId="{CB51021D-10AD-4560-8BB4-3367501526C2}" type="presOf" srcId="{269E72D9-4B74-45D6-A96E-C4BEF52B090A}" destId="{011E3FBF-054F-4047-8FB2-8BC438F00D87}" srcOrd="0" destOrd="0" presId="urn:microsoft.com/office/officeart/2005/8/layout/vList5"/>
    <dgm:cxn modelId="{A791B95C-1D21-4956-8C60-6B2415369DE3}" type="presOf" srcId="{0BF81EEF-B841-45C3-9787-EBB265819B21}" destId="{FA59D1A5-0D2F-4DB9-9BD1-FC486B37226F}" srcOrd="0" destOrd="0" presId="urn:microsoft.com/office/officeart/2005/8/layout/vList5"/>
    <dgm:cxn modelId="{785D045F-5CB7-4530-9E27-9BFA005883A1}" type="presOf" srcId="{073275E9-96BF-4CF2-BB5F-3F6E141951D3}" destId="{891B049C-65CE-47A4-9844-06DCEC68FC9A}" srcOrd="0" destOrd="1" presId="urn:microsoft.com/office/officeart/2005/8/layout/vList5"/>
    <dgm:cxn modelId="{7DB5AE4A-D33B-47B7-BD39-A62C0CE80007}" srcId="{8A0AB36C-5476-4A71-B860-8BD2180C5099}" destId="{660D4F78-D0A3-4D2C-AEF6-DD4468B4124E}" srcOrd="2" destOrd="0" parTransId="{BA14CFDE-CA24-4312-8E7A-C314F61D093A}" sibTransId="{C7F73E70-1C26-4B0E-B90F-E3C003FD7DA7}"/>
    <dgm:cxn modelId="{F66BFA93-1DCF-4286-85FD-250A35BA39A0}" srcId="{8A0AB36C-5476-4A71-B860-8BD2180C5099}" destId="{00E9B7E1-201F-490C-9D21-D0AD1DDDA4ED}" srcOrd="0" destOrd="0" parTransId="{2366C2DD-EC8C-4566-90E1-1F914C8DE1A9}" sibTransId="{4660D266-4F47-4747-9313-99EBF522C7A1}"/>
    <dgm:cxn modelId="{2DB32196-EF4A-4F22-8643-EEE33C9AF72D}" type="presOf" srcId="{C8F34F5F-1FFC-4CBD-988A-BDAAF51BC858}" destId="{4AB5B5EE-80F7-4E46-A4D5-9DC9B6C68D48}" srcOrd="0" destOrd="0" presId="urn:microsoft.com/office/officeart/2005/8/layout/vList5"/>
    <dgm:cxn modelId="{2ECB189F-2DFC-49A1-BB2C-6298E65BB251}" srcId="{660D4F78-D0A3-4D2C-AEF6-DD4468B4124E}" destId="{0BF81EEF-B841-45C3-9787-EBB265819B21}" srcOrd="0" destOrd="0" parTransId="{B67FA7CF-DA57-4A81-833C-256A01E1B6D3}" sibTransId="{6B880732-D353-40FD-91E4-E6476184128E}"/>
    <dgm:cxn modelId="{FB49809F-EEBF-441F-86A0-AD0B02EF601C}" srcId="{8A0AB36C-5476-4A71-B860-8BD2180C5099}" destId="{C8F34F5F-1FFC-4CBD-988A-BDAAF51BC858}" srcOrd="1" destOrd="0" parTransId="{8849E5BA-F9C0-4104-A8EC-A8F8DC129C85}" sibTransId="{A8E622A6-6C6B-4BF3-8495-B15463141CE1}"/>
    <dgm:cxn modelId="{60B2BEA7-0E77-489E-B4C4-9B69EAE0750A}" srcId="{660D4F78-D0A3-4D2C-AEF6-DD4468B4124E}" destId="{5589593F-42F0-4D5F-BD89-5D40BD2E95B5}" srcOrd="1" destOrd="0" parTransId="{001F5CB9-2796-4999-9C9C-7B3148DF384A}" sibTransId="{44471374-0F39-4986-9097-2CC774021FB6}"/>
    <dgm:cxn modelId="{C465C2B3-83FA-4B4C-8E69-AAAFCE7C9D79}" srcId="{C8F34F5F-1FFC-4CBD-988A-BDAAF51BC858}" destId="{5DAFED2B-92C9-409E-8266-DF1B6982AC2D}" srcOrd="1" destOrd="0" parTransId="{5B33CD8A-9233-4618-94A1-04B81238D09A}" sibTransId="{E80AB2B7-74D3-4EAE-A978-13209A21C60D}"/>
    <dgm:cxn modelId="{4085B2BB-03BA-42C7-A6CA-05B0F6F50185}" srcId="{00E9B7E1-201F-490C-9D21-D0AD1DDDA4ED}" destId="{073275E9-96BF-4CF2-BB5F-3F6E141951D3}" srcOrd="1" destOrd="0" parTransId="{2BA8B44B-A6DC-4150-B8B9-423BA406E67F}" sibTransId="{F49EA571-B45A-4795-8353-5527202E3710}"/>
    <dgm:cxn modelId="{B50F19BC-FA7E-4C4E-B71F-626B8AE523A8}" type="presOf" srcId="{00E9B7E1-201F-490C-9D21-D0AD1DDDA4ED}" destId="{D3813EEB-884F-41EB-823F-79FC25DB29B6}" srcOrd="0" destOrd="0" presId="urn:microsoft.com/office/officeart/2005/8/layout/vList5"/>
    <dgm:cxn modelId="{F86AFCC4-1467-4A6D-B223-A5C9C4A70FE6}" type="presOf" srcId="{660D4F78-D0A3-4D2C-AEF6-DD4468B4124E}" destId="{41833299-1D14-427A-8F9B-F16E2E6273BB}" srcOrd="0" destOrd="0" presId="urn:microsoft.com/office/officeart/2005/8/layout/vList5"/>
    <dgm:cxn modelId="{EF97E2C7-88D0-403E-82AA-70A4729D6E0B}" type="presOf" srcId="{09561A4A-EEFC-4E8F-8BCA-5841CBE50BCF}" destId="{891B049C-65CE-47A4-9844-06DCEC68FC9A}" srcOrd="0" destOrd="0" presId="urn:microsoft.com/office/officeart/2005/8/layout/vList5"/>
    <dgm:cxn modelId="{961AC9CE-B55F-45F9-9E0B-73F242F4EAD4}" srcId="{00E9B7E1-201F-490C-9D21-D0AD1DDDA4ED}" destId="{09561A4A-EEFC-4E8F-8BCA-5841CBE50BCF}" srcOrd="0" destOrd="0" parTransId="{ED592354-D149-47F5-BB09-9C530ED5794C}" sibTransId="{A5EC3BEA-F8C4-4D93-BAC1-462B1BD0AABB}"/>
    <dgm:cxn modelId="{340BF9F2-3F0D-41ED-A71E-8955A71AD01F}" type="presOf" srcId="{5589593F-42F0-4D5F-BD89-5D40BD2E95B5}" destId="{FA59D1A5-0D2F-4DB9-9BD1-FC486B37226F}" srcOrd="0" destOrd="1" presId="urn:microsoft.com/office/officeart/2005/8/layout/vList5"/>
    <dgm:cxn modelId="{C1B643F9-2A5E-4827-BE3C-E997AF4202A7}" type="presOf" srcId="{8A0AB36C-5476-4A71-B860-8BD2180C5099}" destId="{A6C985F5-A807-416D-B0AF-4688E1572346}" srcOrd="0" destOrd="0" presId="urn:microsoft.com/office/officeart/2005/8/layout/vList5"/>
    <dgm:cxn modelId="{FEFB13FD-8757-4A2C-A48E-20AC78772C67}" type="presOf" srcId="{5DAFED2B-92C9-409E-8266-DF1B6982AC2D}" destId="{011E3FBF-054F-4047-8FB2-8BC438F00D87}" srcOrd="0" destOrd="1" presId="urn:microsoft.com/office/officeart/2005/8/layout/vList5"/>
    <dgm:cxn modelId="{C63EAA3C-C578-4644-BA2B-B1F7BB444E5D}" type="presParOf" srcId="{A6C985F5-A807-416D-B0AF-4688E1572346}" destId="{A029CC58-A2DF-4F43-B156-426F11261DA1}" srcOrd="0" destOrd="0" presId="urn:microsoft.com/office/officeart/2005/8/layout/vList5"/>
    <dgm:cxn modelId="{27CDFE3D-7F0F-468D-B253-BD08DA199209}" type="presParOf" srcId="{A029CC58-A2DF-4F43-B156-426F11261DA1}" destId="{D3813EEB-884F-41EB-823F-79FC25DB29B6}" srcOrd="0" destOrd="0" presId="urn:microsoft.com/office/officeart/2005/8/layout/vList5"/>
    <dgm:cxn modelId="{16D8EEDB-6E15-43C1-94FD-7C033661B352}" type="presParOf" srcId="{A029CC58-A2DF-4F43-B156-426F11261DA1}" destId="{891B049C-65CE-47A4-9844-06DCEC68FC9A}" srcOrd="1" destOrd="0" presId="urn:microsoft.com/office/officeart/2005/8/layout/vList5"/>
    <dgm:cxn modelId="{8DFE1E90-2A71-41D7-8404-67F670D44810}" type="presParOf" srcId="{A6C985F5-A807-416D-B0AF-4688E1572346}" destId="{EA6B83AE-E8BD-4F56-AF8F-57CC18B681D7}" srcOrd="1" destOrd="0" presId="urn:microsoft.com/office/officeart/2005/8/layout/vList5"/>
    <dgm:cxn modelId="{9A75EB4D-4756-41DE-9BE6-31AC47A5BC59}" type="presParOf" srcId="{A6C985F5-A807-416D-B0AF-4688E1572346}" destId="{33BDC054-2715-454C-B1BC-C1BDE86D08B7}" srcOrd="2" destOrd="0" presId="urn:microsoft.com/office/officeart/2005/8/layout/vList5"/>
    <dgm:cxn modelId="{21C60DEF-3984-4A0D-AF21-F78B556EE9A9}" type="presParOf" srcId="{33BDC054-2715-454C-B1BC-C1BDE86D08B7}" destId="{4AB5B5EE-80F7-4E46-A4D5-9DC9B6C68D48}" srcOrd="0" destOrd="0" presId="urn:microsoft.com/office/officeart/2005/8/layout/vList5"/>
    <dgm:cxn modelId="{9303AC75-94A2-4F73-9B61-F1FE6FE26617}" type="presParOf" srcId="{33BDC054-2715-454C-B1BC-C1BDE86D08B7}" destId="{011E3FBF-054F-4047-8FB2-8BC438F00D87}" srcOrd="1" destOrd="0" presId="urn:microsoft.com/office/officeart/2005/8/layout/vList5"/>
    <dgm:cxn modelId="{5BC23DF9-A025-4D84-8370-DF2B8706EC22}" type="presParOf" srcId="{A6C985F5-A807-416D-B0AF-4688E1572346}" destId="{7B4215EF-80BC-4D49-AB81-5BE01BEA34FB}" srcOrd="3" destOrd="0" presId="urn:microsoft.com/office/officeart/2005/8/layout/vList5"/>
    <dgm:cxn modelId="{D24D1AC4-0A88-47E3-B118-117A6C7012BC}" type="presParOf" srcId="{A6C985F5-A807-416D-B0AF-4688E1572346}" destId="{4562F533-B18F-4833-9E70-B4FEA7BDE85C}" srcOrd="4" destOrd="0" presId="urn:microsoft.com/office/officeart/2005/8/layout/vList5"/>
    <dgm:cxn modelId="{E0890555-4678-4855-92E0-2B2ADDAE3DCF}" type="presParOf" srcId="{4562F533-B18F-4833-9E70-B4FEA7BDE85C}" destId="{41833299-1D14-427A-8F9B-F16E2E6273BB}" srcOrd="0" destOrd="0" presId="urn:microsoft.com/office/officeart/2005/8/layout/vList5"/>
    <dgm:cxn modelId="{F17BCD4B-5FC1-4EAA-9935-5544F251E936}" type="presParOf" srcId="{4562F533-B18F-4833-9E70-B4FEA7BDE85C}" destId="{FA59D1A5-0D2F-4DB9-9BD1-FC486B37226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AF03F-49A0-45EB-8194-A55464090A6B}">
      <dsp:nvSpPr>
        <dsp:cNvPr id="0" name=""/>
        <dsp:cNvSpPr/>
      </dsp:nvSpPr>
      <dsp:spPr>
        <a:xfrm rot="5400000">
          <a:off x="6045696" y="-2564044"/>
          <a:ext cx="717540" cy="602773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1 : N</a:t>
          </a:r>
          <a:endParaRPr lang="el-GR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600" b="0" i="0" kern="1200" dirty="0"/>
            <a:t>Ένας οικοδεσπότης διαχειρίζεται πολλαπλά καταλύματα</a:t>
          </a:r>
          <a:endParaRPr lang="el-GR" sz="1600" kern="1200" dirty="0"/>
        </a:p>
      </dsp:txBody>
      <dsp:txXfrm rot="-5400000">
        <a:off x="3390600" y="126079"/>
        <a:ext cx="5992706" cy="647486"/>
      </dsp:txXfrm>
    </dsp:sp>
    <dsp:sp modelId="{D94C7B5D-BDDC-4DA7-8E89-36F252F29238}">
      <dsp:nvSpPr>
        <dsp:cNvPr id="0" name=""/>
        <dsp:cNvSpPr/>
      </dsp:nvSpPr>
      <dsp:spPr>
        <a:xfrm>
          <a:off x="0" y="4"/>
          <a:ext cx="3390599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i="0" kern="1200" dirty="0"/>
            <a:t>Οικοδεσπότης ➔ Κατάλυμα</a:t>
          </a:r>
          <a:endParaRPr lang="el-GR" sz="2000" kern="1200" dirty="0"/>
        </a:p>
      </dsp:txBody>
      <dsp:txXfrm>
        <a:off x="43784" y="43788"/>
        <a:ext cx="3303031" cy="809357"/>
      </dsp:txXfrm>
    </dsp:sp>
    <dsp:sp modelId="{95DAE389-0595-43CF-A1A5-AC82DA0ADDEE}">
      <dsp:nvSpPr>
        <dsp:cNvPr id="0" name=""/>
        <dsp:cNvSpPr/>
      </dsp:nvSpPr>
      <dsp:spPr>
        <a:xfrm rot="5400000">
          <a:off x="6045696" y="-1622273"/>
          <a:ext cx="717540" cy="602773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1 : N</a:t>
          </a:r>
          <a:endParaRPr lang="el-GR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600" b="0" i="0" kern="1200" dirty="0"/>
            <a:t>Ένας πελάτης μπορεί να έχει πολλαπλές κρατήσεις</a:t>
          </a:r>
          <a:endParaRPr lang="el-GR" sz="1600" kern="1200" dirty="0"/>
        </a:p>
      </dsp:txBody>
      <dsp:txXfrm rot="-5400000">
        <a:off x="3390600" y="1067850"/>
        <a:ext cx="5992706" cy="647486"/>
      </dsp:txXfrm>
    </dsp:sp>
    <dsp:sp modelId="{F21B2DAE-ABC9-4F0C-8A51-8DE12E5295A7}">
      <dsp:nvSpPr>
        <dsp:cNvPr id="0" name=""/>
        <dsp:cNvSpPr/>
      </dsp:nvSpPr>
      <dsp:spPr>
        <a:xfrm>
          <a:off x="0" y="943130"/>
          <a:ext cx="3390599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i="0" kern="1200" dirty="0"/>
            <a:t>Χρήστης ➔ Κράτηση</a:t>
          </a:r>
          <a:endParaRPr lang="el-GR" sz="2000" kern="1200" dirty="0"/>
        </a:p>
      </dsp:txBody>
      <dsp:txXfrm>
        <a:off x="43784" y="986914"/>
        <a:ext cx="3303031" cy="809357"/>
      </dsp:txXfrm>
    </dsp:sp>
    <dsp:sp modelId="{480E8E2D-4F4D-454A-AEAC-923966FD490F}">
      <dsp:nvSpPr>
        <dsp:cNvPr id="0" name=""/>
        <dsp:cNvSpPr/>
      </dsp:nvSpPr>
      <dsp:spPr>
        <a:xfrm rot="5400000">
          <a:off x="6045696" y="-680501"/>
          <a:ext cx="717540" cy="602773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1 : N</a:t>
          </a:r>
          <a:endParaRPr lang="el-GR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600" kern="1200" dirty="0"/>
            <a:t>Ένα κατάλυμα μπορεί να έχει πολλαπλές κρατήσεις</a:t>
          </a:r>
        </a:p>
      </dsp:txBody>
      <dsp:txXfrm rot="-5400000">
        <a:off x="3390600" y="2009622"/>
        <a:ext cx="5992706" cy="647486"/>
      </dsp:txXfrm>
    </dsp:sp>
    <dsp:sp modelId="{F1227B17-1B07-4064-822B-49DB0311DF3E}">
      <dsp:nvSpPr>
        <dsp:cNvPr id="0" name=""/>
        <dsp:cNvSpPr/>
      </dsp:nvSpPr>
      <dsp:spPr>
        <a:xfrm>
          <a:off x="0" y="1835912"/>
          <a:ext cx="3390599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i="0" kern="1200" dirty="0"/>
            <a:t>Κατάλυμα ➔ Κράτηση</a:t>
          </a:r>
          <a:endParaRPr lang="el-GR" sz="2000" kern="1200" dirty="0"/>
        </a:p>
      </dsp:txBody>
      <dsp:txXfrm>
        <a:off x="43784" y="1879696"/>
        <a:ext cx="3303031" cy="8093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B049C-65CE-47A4-9844-06DCEC68FC9A}">
      <dsp:nvSpPr>
        <dsp:cNvPr id="0" name=""/>
        <dsp:cNvSpPr/>
      </dsp:nvSpPr>
      <dsp:spPr>
        <a:xfrm rot="5400000">
          <a:off x="6045697" y="-2564045"/>
          <a:ext cx="717540" cy="602773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1 : N</a:t>
          </a:r>
          <a:endParaRPr lang="el-G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kern="1200" dirty="0"/>
            <a:t> </a:t>
          </a:r>
          <a:r>
            <a:rPr lang="el-GR" sz="1600" kern="1200" dirty="0"/>
            <a:t>Ένα κατάλυμα μπορεί να έχει πολλαπλές αξιολογήσεις</a:t>
          </a:r>
        </a:p>
      </dsp:txBody>
      <dsp:txXfrm rot="-5400000">
        <a:off x="3390601" y="126078"/>
        <a:ext cx="5992707" cy="647486"/>
      </dsp:txXfrm>
    </dsp:sp>
    <dsp:sp modelId="{D3813EEB-884F-41EB-823F-79FC25DB29B6}">
      <dsp:nvSpPr>
        <dsp:cNvPr id="0" name=""/>
        <dsp:cNvSpPr/>
      </dsp:nvSpPr>
      <dsp:spPr>
        <a:xfrm>
          <a:off x="0" y="4"/>
          <a:ext cx="3390600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i="0" kern="1200" dirty="0"/>
            <a:t>Κατάλυμα ➔ Αξιολόγηση</a:t>
          </a:r>
          <a:endParaRPr lang="el-GR" sz="2000" kern="1200" dirty="0"/>
        </a:p>
      </dsp:txBody>
      <dsp:txXfrm>
        <a:off x="43784" y="43788"/>
        <a:ext cx="3303032" cy="809357"/>
      </dsp:txXfrm>
    </dsp:sp>
    <dsp:sp modelId="{011E3FBF-054F-4047-8FB2-8BC438F00D87}">
      <dsp:nvSpPr>
        <dsp:cNvPr id="0" name=""/>
        <dsp:cNvSpPr/>
      </dsp:nvSpPr>
      <dsp:spPr>
        <a:xfrm rot="5400000">
          <a:off x="6045697" y="-1622273"/>
          <a:ext cx="717540" cy="602773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1 : N</a:t>
          </a:r>
          <a:endParaRPr lang="el-GR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600" kern="1200" dirty="0"/>
            <a:t> Ένας </a:t>
          </a:r>
          <a:r>
            <a:rPr lang="el-GR" sz="1600" kern="1200" dirty="0" err="1"/>
            <a:t>αξιολογητής</a:t>
          </a:r>
          <a:r>
            <a:rPr lang="el-GR" sz="1600" kern="1200" dirty="0"/>
            <a:t> μπορεί να έχει κάνει πολλαπλές αξιολογήσεις</a:t>
          </a:r>
        </a:p>
      </dsp:txBody>
      <dsp:txXfrm rot="-5400000">
        <a:off x="3390601" y="1067850"/>
        <a:ext cx="5992707" cy="647486"/>
      </dsp:txXfrm>
    </dsp:sp>
    <dsp:sp modelId="{4AB5B5EE-80F7-4E46-A4D5-9DC9B6C68D48}">
      <dsp:nvSpPr>
        <dsp:cNvPr id="0" name=""/>
        <dsp:cNvSpPr/>
      </dsp:nvSpPr>
      <dsp:spPr>
        <a:xfrm>
          <a:off x="0" y="903450"/>
          <a:ext cx="3390600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4900" kern="1200" dirty="0"/>
        </a:p>
      </dsp:txBody>
      <dsp:txXfrm>
        <a:off x="43784" y="947234"/>
        <a:ext cx="3303032" cy="809357"/>
      </dsp:txXfrm>
    </dsp:sp>
    <dsp:sp modelId="{FA59D1A5-0D2F-4DB9-9BD1-FC486B37226F}">
      <dsp:nvSpPr>
        <dsp:cNvPr id="0" name=""/>
        <dsp:cNvSpPr/>
      </dsp:nvSpPr>
      <dsp:spPr>
        <a:xfrm rot="5400000">
          <a:off x="6045697" y="-680501"/>
          <a:ext cx="717540" cy="602773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800" b="1" i="0" kern="1200" dirty="0"/>
            <a:t>Μ : N</a:t>
          </a:r>
          <a:endParaRPr lang="el-GR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600" kern="1200" dirty="0"/>
            <a:t>Ένας οικοδεσπότης μπορεί να έχει πολλαπλά είδη ταυτοποίησης</a:t>
          </a:r>
          <a:endParaRPr lang="el-GR" sz="1800" kern="1200" dirty="0"/>
        </a:p>
      </dsp:txBody>
      <dsp:txXfrm rot="-5400000">
        <a:off x="3390601" y="2009622"/>
        <a:ext cx="5992707" cy="647486"/>
      </dsp:txXfrm>
    </dsp:sp>
    <dsp:sp modelId="{41833299-1D14-427A-8F9B-F16E2E6273BB}">
      <dsp:nvSpPr>
        <dsp:cNvPr id="0" name=""/>
        <dsp:cNvSpPr/>
      </dsp:nvSpPr>
      <dsp:spPr>
        <a:xfrm>
          <a:off x="0" y="1884902"/>
          <a:ext cx="3390600" cy="8969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b="1" i="0" kern="1200" dirty="0"/>
            <a:t>Οικοδεσπότης ➔ Ταυτοποίηση</a:t>
          </a:r>
          <a:endParaRPr lang="el-GR" sz="1800" kern="1200" dirty="0"/>
        </a:p>
      </dsp:txBody>
      <dsp:txXfrm>
        <a:off x="43784" y="1928686"/>
        <a:ext cx="3303032" cy="809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DFA-A9C9-C8AA-6C98-BFF13B774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235200"/>
            <a:ext cx="8791575" cy="2387600"/>
          </a:xfrm>
        </p:spPr>
        <p:txBody>
          <a:bodyPr>
            <a:normAutofit fontScale="90000"/>
          </a:bodyPr>
          <a:lstStyle/>
          <a:p>
            <a:pPr lvl="0" fontAlgn="base"/>
            <a:r>
              <a:rPr lang="el-GR" dirty="0" err="1"/>
              <a:t>ΑνΑλυση</a:t>
            </a:r>
            <a:r>
              <a:rPr lang="el-GR" dirty="0"/>
              <a:t> </a:t>
            </a:r>
            <a:r>
              <a:rPr lang="el-GR" dirty="0" err="1"/>
              <a:t>Logical</a:t>
            </a:r>
            <a:r>
              <a:rPr lang="el-GR" dirty="0"/>
              <a:t> &amp; </a:t>
            </a:r>
            <a:r>
              <a:rPr lang="el-GR" dirty="0" err="1"/>
              <a:t>Physical</a:t>
            </a:r>
            <a:r>
              <a:rPr lang="el-GR" dirty="0"/>
              <a:t> </a:t>
            </a:r>
            <a:r>
              <a:rPr lang="el-GR" dirty="0" err="1"/>
              <a:t>Model</a:t>
            </a:r>
            <a:r>
              <a:rPr lang="el-GR" dirty="0"/>
              <a:t>, </a:t>
            </a:r>
            <a:r>
              <a:rPr lang="el-GR" dirty="0" err="1"/>
              <a:t>οντοΤΗτων</a:t>
            </a:r>
            <a:r>
              <a:rPr lang="el-GR" dirty="0"/>
              <a:t>, </a:t>
            </a:r>
            <a:r>
              <a:rPr lang="el-GR" dirty="0" err="1"/>
              <a:t>συσχετΙσεων</a:t>
            </a:r>
            <a:r>
              <a:rPr lang="el-GR" dirty="0"/>
              <a:t> και </a:t>
            </a:r>
            <a:r>
              <a:rPr lang="el-GR" dirty="0" err="1"/>
              <a:t>τεχνικΩν</a:t>
            </a:r>
            <a:r>
              <a:rPr lang="el-GR" dirty="0"/>
              <a:t> </a:t>
            </a:r>
            <a:r>
              <a:rPr lang="el-GR" dirty="0" err="1"/>
              <a:t>προδιαγραφΩν</a:t>
            </a:r>
            <a:r>
              <a:rPr lang="el-GR" dirty="0"/>
              <a:t>.</a:t>
            </a:r>
            <a:br>
              <a:rPr lang="el-GR" dirty="0"/>
            </a:b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8F7E8-97CC-AAB8-C01A-CEC7E248C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6824" y="5202238"/>
            <a:ext cx="8791575" cy="1655762"/>
          </a:xfrm>
        </p:spPr>
        <p:txBody>
          <a:bodyPr/>
          <a:lstStyle/>
          <a:p>
            <a:r>
              <a:rPr lang="en-US" dirty="0"/>
              <a:t>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62094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EDAA-5EC3-FEA6-567C-1915F803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Το </a:t>
            </a:r>
            <a:r>
              <a:rPr lang="el-GR" b="1" dirty="0" err="1"/>
              <a:t>Logical</a:t>
            </a:r>
            <a:r>
              <a:rPr lang="el-GR" b="1" dirty="0"/>
              <a:t> </a:t>
            </a:r>
            <a:r>
              <a:rPr lang="el-GR" b="1" dirty="0" err="1"/>
              <a:t>Model</a:t>
            </a:r>
            <a:r>
              <a:rPr lang="el-GR" b="1" dirty="0"/>
              <a:t> εν </a:t>
            </a:r>
            <a:r>
              <a:rPr lang="el-GR" b="1" dirty="0" err="1"/>
              <a:t>Συντομ</a:t>
            </a:r>
            <a:r>
              <a:rPr lang="en-US" b="1" dirty="0"/>
              <a:t>I</a:t>
            </a:r>
            <a:r>
              <a:rPr lang="el-GR" b="1" dirty="0"/>
              <a:t>α</a:t>
            </a:r>
            <a:br>
              <a:rPr lang="el-GR" b="1" dirty="0"/>
            </a:b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E7313-C0B5-1B41-6DD8-89448305D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 Το </a:t>
            </a:r>
            <a:r>
              <a:rPr lang="el-GR" dirty="0" err="1"/>
              <a:t>logical</a:t>
            </a:r>
            <a:r>
              <a:rPr lang="el-GR" dirty="0"/>
              <a:t> </a:t>
            </a:r>
            <a:r>
              <a:rPr lang="el-GR" dirty="0" err="1"/>
              <a:t>mo</a:t>
            </a:r>
            <a:r>
              <a:rPr lang="en-US" dirty="0"/>
              <a:t>del </a:t>
            </a:r>
            <a:r>
              <a:rPr lang="el-GR" dirty="0"/>
              <a:t>είναι ένα μοντέλο δεδομένων που περιέχει μία λεπτομερή και δομημένη περιγραφή των στοιχείων δεδομένων και των συνδέσεων μεταξύ τους</a:t>
            </a:r>
            <a:r>
              <a:rPr lang="en-US" dirty="0"/>
              <a:t>.</a:t>
            </a:r>
          </a:p>
          <a:p>
            <a:r>
              <a:rPr lang="en-US" dirty="0"/>
              <a:t>T</a:t>
            </a:r>
            <a:r>
              <a:rPr lang="el-GR" dirty="0"/>
              <a:t>α βασικά στοιχεία που έχει είναι οι οντότητες</a:t>
            </a:r>
            <a:r>
              <a:rPr lang="en-US" dirty="0"/>
              <a:t>,</a:t>
            </a:r>
            <a:r>
              <a:rPr lang="el-GR" dirty="0"/>
              <a:t> τα χαρακτηριστικά καθώς και οι σχέσεις</a:t>
            </a:r>
            <a:r>
              <a:rPr lang="en-US" dirty="0"/>
              <a:t>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7574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5EA9-C4C5-5102-DB83-ED379F35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94" y="180092"/>
            <a:ext cx="9905998" cy="1478570"/>
          </a:xfrm>
        </p:spPr>
        <p:txBody>
          <a:bodyPr/>
          <a:lstStyle/>
          <a:p>
            <a:r>
              <a:rPr lang="el-GR" b="1" dirty="0"/>
              <a:t>Οντότητες</a:t>
            </a:r>
            <a:br>
              <a:rPr lang="el-GR" b="1" dirty="0"/>
            </a:br>
            <a:endParaRPr lang="el-G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0BE61B-1449-8293-2593-4A4E878DB54B}"/>
              </a:ext>
            </a:extLst>
          </p:cNvPr>
          <p:cNvSpPr/>
          <p:nvPr/>
        </p:nvSpPr>
        <p:spPr>
          <a:xfrm>
            <a:off x="870059" y="1473047"/>
            <a:ext cx="2483531" cy="147856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Κατάλυμα</a:t>
            </a:r>
          </a:p>
          <a:p>
            <a:pPr algn="ctr"/>
            <a:endParaRPr lang="el-GR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ACDE7F-EFED-FF44-0700-42C125E16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931" y="1507481"/>
            <a:ext cx="2483531" cy="14785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l-G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Οικοδεσπότης</a:t>
            </a:r>
          </a:p>
          <a:p>
            <a:pPr algn="ctr"/>
            <a:endParaRPr lang="el-GR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0DE8CD-363A-AAB5-641C-9C708CCD7566}"/>
              </a:ext>
            </a:extLst>
          </p:cNvPr>
          <p:cNvSpPr/>
          <p:nvPr/>
        </p:nvSpPr>
        <p:spPr>
          <a:xfrm>
            <a:off x="6323803" y="1541028"/>
            <a:ext cx="2483531" cy="14785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Χρήστης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AA4B17-FB7E-EA18-4DE5-ED9E8FF7FFD2}"/>
              </a:ext>
            </a:extLst>
          </p:cNvPr>
          <p:cNvSpPr/>
          <p:nvPr/>
        </p:nvSpPr>
        <p:spPr>
          <a:xfrm>
            <a:off x="9050675" y="1507481"/>
            <a:ext cx="2483531" cy="14785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Κράτηση</a:t>
            </a:r>
          </a:p>
          <a:p>
            <a:pPr algn="ctr"/>
            <a:endParaRPr lang="el-G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9EB757-B31A-7722-949E-E7113C586E44}"/>
              </a:ext>
            </a:extLst>
          </p:cNvPr>
          <p:cNvSpPr txBox="1"/>
          <p:nvPr/>
        </p:nvSpPr>
        <p:spPr>
          <a:xfrm>
            <a:off x="928003" y="3019598"/>
            <a:ext cx="236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Χώροι διαμονής με </a:t>
            </a:r>
            <a:endParaRPr lang="en-US" dirty="0"/>
          </a:p>
          <a:p>
            <a:r>
              <a:rPr lang="el-GR" dirty="0"/>
              <a:t>προδιαγραφές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EBBD7-B704-6063-E8B5-11A49AA976C1}"/>
              </a:ext>
            </a:extLst>
          </p:cNvPr>
          <p:cNvSpPr txBox="1"/>
          <p:nvPr/>
        </p:nvSpPr>
        <p:spPr>
          <a:xfrm>
            <a:off x="3575737" y="3158097"/>
            <a:ext cx="2504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Ιδιοκτήτες</a:t>
            </a:r>
            <a:r>
              <a:rPr lang="en-US" dirty="0"/>
              <a:t> </a:t>
            </a:r>
            <a:r>
              <a:rPr lang="el-GR" dirty="0"/>
              <a:t>καταλυμάτων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95555A-2476-6485-9C46-73A68F3CEA52}"/>
              </a:ext>
            </a:extLst>
          </p:cNvPr>
          <p:cNvSpPr txBox="1"/>
          <p:nvPr/>
        </p:nvSpPr>
        <p:spPr>
          <a:xfrm>
            <a:off x="6343307" y="3153611"/>
            <a:ext cx="2464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Πελάτες που κάνουν τις κρατήσεις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1BE54E-4A6D-628B-9CCB-C4DA5A4D51EA}"/>
              </a:ext>
            </a:extLst>
          </p:cNvPr>
          <p:cNvSpPr/>
          <p:nvPr/>
        </p:nvSpPr>
        <p:spPr>
          <a:xfrm>
            <a:off x="812114" y="3850594"/>
            <a:ext cx="2483531" cy="147856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Είδη Ταυτοποίησης</a:t>
            </a:r>
          </a:p>
          <a:p>
            <a:pPr algn="ctr"/>
            <a:endParaRPr lang="el-GR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1A5C70-AC3D-1F18-E494-AC341032F02F}"/>
              </a:ext>
            </a:extLst>
          </p:cNvPr>
          <p:cNvSpPr/>
          <p:nvPr/>
        </p:nvSpPr>
        <p:spPr>
          <a:xfrm>
            <a:off x="3596931" y="3850594"/>
            <a:ext cx="2483531" cy="147856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Αξιολογητής</a:t>
            </a:r>
            <a:endParaRPr lang="el-G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75BD11F-3F44-FF0B-5A39-055E5E6EE67C}"/>
              </a:ext>
            </a:extLst>
          </p:cNvPr>
          <p:cNvSpPr/>
          <p:nvPr/>
        </p:nvSpPr>
        <p:spPr>
          <a:xfrm>
            <a:off x="6343307" y="3850594"/>
            <a:ext cx="2483531" cy="147856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Αξιολόγηση</a:t>
            </a:r>
          </a:p>
          <a:p>
            <a:pPr algn="ctr"/>
            <a:endParaRPr lang="el-G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11538A-323A-F226-2BFA-75A6B17D1648}"/>
              </a:ext>
            </a:extLst>
          </p:cNvPr>
          <p:cNvSpPr txBox="1"/>
          <p:nvPr/>
        </p:nvSpPr>
        <p:spPr>
          <a:xfrm>
            <a:off x="918003" y="5412156"/>
            <a:ext cx="23876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Τα διάφορα είδη που </a:t>
            </a:r>
          </a:p>
          <a:p>
            <a:r>
              <a:rPr lang="el-GR" dirty="0" err="1"/>
              <a:t>ταυτοποιούν</a:t>
            </a:r>
            <a:r>
              <a:rPr lang="el-GR" dirty="0"/>
              <a:t> τον </a:t>
            </a:r>
          </a:p>
          <a:p>
            <a:r>
              <a:rPr lang="el-GR" dirty="0"/>
              <a:t>οικοδεσπότη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76C5DB-CD86-1E43-2B07-DF6DDB4A0220}"/>
              </a:ext>
            </a:extLst>
          </p:cNvPr>
          <p:cNvSpPr txBox="1"/>
          <p:nvPr/>
        </p:nvSpPr>
        <p:spPr>
          <a:xfrm>
            <a:off x="3618702" y="5412156"/>
            <a:ext cx="2873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Αυτός που κάνει την αξιολόγηση για ένα κατάλυμα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C822F-0C05-35DC-DC90-331EAFF16882}"/>
              </a:ext>
            </a:extLst>
          </p:cNvPr>
          <p:cNvSpPr txBox="1"/>
          <p:nvPr/>
        </p:nvSpPr>
        <p:spPr>
          <a:xfrm>
            <a:off x="6127860" y="5451038"/>
            <a:ext cx="303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 </a:t>
            </a:r>
            <a:r>
              <a:rPr lang="el-GR" dirty="0" err="1"/>
              <a:t>Εχει</a:t>
            </a:r>
            <a:r>
              <a:rPr lang="el-GR" dirty="0"/>
              <a:t> ως βαθμολογίες 0 έως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4EC46D-6D24-EC7C-DBC7-22438CBB036F}"/>
              </a:ext>
            </a:extLst>
          </p:cNvPr>
          <p:cNvSpPr txBox="1"/>
          <p:nvPr/>
        </p:nvSpPr>
        <p:spPr>
          <a:xfrm>
            <a:off x="9050675" y="3107926"/>
            <a:ext cx="2363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Δείχνει ποιος χρήστης </a:t>
            </a:r>
          </a:p>
          <a:p>
            <a:r>
              <a:rPr lang="el-GR" dirty="0"/>
              <a:t>έκανε κράτηση και</a:t>
            </a:r>
          </a:p>
          <a:p>
            <a:r>
              <a:rPr lang="el-GR" dirty="0"/>
              <a:t>σε ποιο κατάλυμα</a:t>
            </a:r>
          </a:p>
        </p:txBody>
      </p:sp>
    </p:spTree>
    <p:extLst>
      <p:ext uri="{BB962C8B-B14F-4D97-AF65-F5344CB8AC3E}">
        <p14:creationId xmlns:p14="http://schemas.microsoft.com/office/powerpoint/2010/main" val="87287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CCC61-0190-0728-C073-82C99238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99" y="0"/>
            <a:ext cx="9905998" cy="1478570"/>
          </a:xfrm>
        </p:spPr>
        <p:txBody>
          <a:bodyPr/>
          <a:lstStyle/>
          <a:p>
            <a:r>
              <a:rPr lang="el-GR" b="1" dirty="0"/>
              <a:t>ΣΧΕΣΕΙΣ ΟΝΤΟΤΗΤΩΝ (</a:t>
            </a:r>
            <a:r>
              <a:rPr lang="el-GR" b="1" dirty="0" err="1"/>
              <a:t>Cardinality</a:t>
            </a:r>
            <a:r>
              <a:rPr lang="el-GR" b="1" dirty="0"/>
              <a:t>)</a:t>
            </a:r>
            <a:br>
              <a:rPr lang="el-GR" b="1" dirty="0"/>
            </a:br>
            <a:endParaRPr lang="el-GR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02B3AB-7250-AB78-AE53-E5897B868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770010"/>
              </p:ext>
            </p:extLst>
          </p:nvPr>
        </p:nvGraphicFramePr>
        <p:xfrm>
          <a:off x="733198" y="1086685"/>
          <a:ext cx="9418333" cy="2783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8AFF34F-919C-C52F-55E7-B4733E608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73381"/>
              </p:ext>
            </p:extLst>
          </p:nvPr>
        </p:nvGraphicFramePr>
        <p:xfrm>
          <a:off x="733197" y="3869872"/>
          <a:ext cx="9418335" cy="2783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ACD6B7-FDF6-94DD-38BD-3E9913074B4E}"/>
              </a:ext>
            </a:extLst>
          </p:cNvPr>
          <p:cNvSpPr txBox="1"/>
          <p:nvPr/>
        </p:nvSpPr>
        <p:spPr>
          <a:xfrm>
            <a:off x="934831" y="5061410"/>
            <a:ext cx="30933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None/>
            </a:pPr>
            <a:r>
              <a:rPr lang="el-GR" sz="2000" b="1" dirty="0" err="1"/>
              <a:t>Αξιολογητής</a:t>
            </a:r>
            <a:r>
              <a:rPr lang="el-GR" sz="2000" b="1" dirty="0"/>
              <a:t>➔ Αξιολόγηση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126830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0765-CF37-74E0-B1EC-BC5574BC2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327514"/>
            <a:ext cx="9905998" cy="1478570"/>
          </a:xfrm>
        </p:spPr>
        <p:txBody>
          <a:bodyPr/>
          <a:lstStyle/>
          <a:p>
            <a:r>
              <a:rPr lang="el-GR" b="1" dirty="0" err="1"/>
              <a:t>Primary</a:t>
            </a:r>
            <a:r>
              <a:rPr lang="el-GR" b="1" dirty="0"/>
              <a:t> &amp; Foreign </a:t>
            </a:r>
            <a:r>
              <a:rPr lang="el-GR" b="1" dirty="0" err="1"/>
              <a:t>Keys</a:t>
            </a:r>
            <a:br>
              <a:rPr lang="el-GR" b="1" dirty="0"/>
            </a:br>
            <a:endParaRPr lang="el-G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826BFB5-1589-8EBC-F74F-E9E24FFF1D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854182"/>
              </p:ext>
            </p:extLst>
          </p:nvPr>
        </p:nvGraphicFramePr>
        <p:xfrm>
          <a:off x="1151467" y="2249488"/>
          <a:ext cx="989594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945">
                  <a:extLst>
                    <a:ext uri="{9D8B030D-6E8A-4147-A177-3AD203B41FA5}">
                      <a16:colId xmlns:a16="http://schemas.microsoft.com/office/drawing/2014/main" val="25264827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39403191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738098224"/>
                    </a:ext>
                  </a:extLst>
                </a:gridCol>
              </a:tblGrid>
              <a:tr h="354589">
                <a:tc>
                  <a:txBody>
                    <a:bodyPr/>
                    <a:lstStyle/>
                    <a:p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Πίνακας</a:t>
                      </a:r>
                      <a:endParaRPr lang="el-GR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(PK)</a:t>
                      </a:r>
                      <a:endParaRPr lang="el-GR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</a:t>
                      </a:r>
                      <a:r>
                        <a:rPr lang="el-G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l-G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FKs</a:t>
                      </a:r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l-GR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04043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HOST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host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527758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VERIFICATION TYPE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</a:rPr>
                        <a:t>verification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r>
                        <a:rPr lang="el-GR" b="0" i="0" dirty="0">
                          <a:effectLst/>
                        </a:rPr>
                        <a:t> 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770188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PROPERTY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property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host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59078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USER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user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690565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B</a:t>
                      </a:r>
                      <a:r>
                        <a:rPr lang="en-US" b="0" i="0" dirty="0">
                          <a:effectLst/>
                        </a:rPr>
                        <a:t>OOKING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booking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user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 , </a:t>
                      </a:r>
                      <a:r>
                        <a:rPr lang="el-GR" b="0" i="0" dirty="0" err="1">
                          <a:effectLst/>
                        </a:rPr>
                        <a:t>property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05282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</a:rPr>
                        <a:t>REVIEWER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 err="1">
                          <a:effectLst/>
                        </a:rPr>
                        <a:t>reviewer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b="0" i="0" dirty="0">
                          <a:effectLst/>
                        </a:rPr>
                        <a:t>review_ID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576087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</a:rPr>
                        <a:t>REVIEW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0" i="0" dirty="0" err="1">
                          <a:effectLst/>
                        </a:rPr>
                        <a:t>review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0" i="0" dirty="0" err="1">
                          <a:effectLst/>
                        </a:rPr>
                        <a:t>property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 , </a:t>
                      </a:r>
                      <a:r>
                        <a:rPr lang="el-GR" b="0" i="0" dirty="0" err="1">
                          <a:effectLst/>
                        </a:rPr>
                        <a:t>reviewer</a:t>
                      </a:r>
                      <a:r>
                        <a:rPr lang="el-GR" b="0" i="0" dirty="0">
                          <a:effectLst/>
                        </a:rPr>
                        <a:t>_</a:t>
                      </a:r>
                      <a:r>
                        <a:rPr lang="en-US" b="0" i="0" dirty="0">
                          <a:effectLst/>
                        </a:rPr>
                        <a:t>ID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01351"/>
                  </a:ext>
                </a:extLst>
              </a:tr>
              <a:tr h="87433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</a:rPr>
                        <a:t>HOST_AYTHENTICATION_TYPE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l-GR" b="0" i="0" dirty="0" err="1">
                          <a:effectLst/>
                        </a:rPr>
                        <a:t>verification_ID</a:t>
                      </a:r>
                      <a:r>
                        <a:rPr lang="en-US" b="0" i="0" dirty="0">
                          <a:effectLst/>
                        </a:rPr>
                        <a:t> </a:t>
                      </a:r>
                      <a:r>
                        <a:rPr lang="el-GR" b="0" i="0" dirty="0">
                          <a:effectLst/>
                        </a:rPr>
                        <a:t>(PK,FK)</a:t>
                      </a:r>
                      <a:endParaRPr lang="el-GR" dirty="0"/>
                    </a:p>
                    <a:p>
                      <a:pPr lvl="0"/>
                      <a:r>
                        <a:rPr lang="el-GR" b="0" i="0" dirty="0" err="1">
                          <a:effectLst/>
                        </a:rPr>
                        <a:t>host_id</a:t>
                      </a:r>
                      <a:r>
                        <a:rPr lang="el-GR" b="0" i="0" dirty="0">
                          <a:effectLst/>
                        </a:rPr>
                        <a:t> (PK,FK)</a:t>
                      </a: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l-GR" b="0" i="0" dirty="0" err="1">
                          <a:effectLst/>
                        </a:rPr>
                        <a:t>verification_ID</a:t>
                      </a:r>
                      <a:r>
                        <a:rPr lang="en-US" b="0" i="0" dirty="0">
                          <a:effectLst/>
                        </a:rPr>
                        <a:t> </a:t>
                      </a:r>
                      <a:r>
                        <a:rPr lang="el-GR" b="0" i="0" dirty="0">
                          <a:effectLst/>
                        </a:rPr>
                        <a:t>(PK,FK)</a:t>
                      </a:r>
                      <a:endParaRPr lang="el-GR" dirty="0"/>
                    </a:p>
                    <a:p>
                      <a:pPr lvl="0"/>
                      <a:r>
                        <a:rPr lang="el-GR" b="0" i="0" dirty="0" err="1">
                          <a:effectLst/>
                        </a:rPr>
                        <a:t>host_id</a:t>
                      </a:r>
                      <a:r>
                        <a:rPr lang="el-GR" b="0" i="0" dirty="0">
                          <a:effectLst/>
                        </a:rPr>
                        <a:t> (PK,FK)</a:t>
                      </a:r>
                      <a:endParaRPr lang="el-GR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112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8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3EB7-3630-ECF0-F927-4E71389A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85" y="-73452"/>
            <a:ext cx="9905998" cy="1478570"/>
          </a:xfrm>
        </p:spPr>
        <p:txBody>
          <a:bodyPr/>
          <a:lstStyle/>
          <a:p>
            <a:r>
              <a:rPr lang="es-ES" b="1" dirty="0"/>
              <a:t>A</a:t>
            </a:r>
            <a:r>
              <a:rPr lang="el-GR" b="1" dirty="0" err="1"/>
              <a:t>ttributes</a:t>
            </a:r>
            <a:r>
              <a:rPr lang="en-US" b="1" dirty="0"/>
              <a:t> </a:t>
            </a:r>
            <a:r>
              <a:rPr lang="el-GR" b="1" dirty="0"/>
              <a:t>ΟΝΤΟΤΗΤΩΝ ΚΑΙ </a:t>
            </a:r>
            <a:r>
              <a:rPr lang="en-US" b="1" dirty="0"/>
              <a:t>DATA TYPES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F94C-9F1E-966A-FD01-135173BF6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75BC1A-D3C2-295F-8445-EB285A89F951}"/>
              </a:ext>
            </a:extLst>
          </p:cNvPr>
          <p:cNvSpPr/>
          <p:nvPr/>
        </p:nvSpPr>
        <p:spPr>
          <a:xfrm>
            <a:off x="713827" y="1241910"/>
            <a:ext cx="2192395" cy="147857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cap="all" dirty="0" err="1"/>
              <a:t>Host</a:t>
            </a:r>
            <a:endParaRPr lang="el-GR" sz="1200" cap="all" dirty="0"/>
          </a:p>
          <a:p>
            <a:pPr lvl="0"/>
            <a:r>
              <a:rPr lang="el-GR" sz="1200" dirty="0" err="1"/>
              <a:t>host_ID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host_name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registration_date</a:t>
            </a:r>
            <a:r>
              <a:rPr lang="el-GR" sz="1200" dirty="0"/>
              <a:t> : DATE</a:t>
            </a:r>
          </a:p>
          <a:p>
            <a:pPr lvl="0"/>
            <a:r>
              <a:rPr lang="el-GR" sz="1200" dirty="0" err="1"/>
              <a:t>location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response_time</a:t>
            </a:r>
            <a:r>
              <a:rPr lang="el-GR" sz="1200" dirty="0"/>
              <a:t> : INT</a:t>
            </a:r>
          </a:p>
          <a:p>
            <a:pPr algn="ctr"/>
            <a:endParaRPr lang="el-G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83775-DC9C-E8A1-4E2B-0CCB9ECBE45B}"/>
              </a:ext>
            </a:extLst>
          </p:cNvPr>
          <p:cNvSpPr/>
          <p:nvPr/>
        </p:nvSpPr>
        <p:spPr>
          <a:xfrm>
            <a:off x="4075698" y="1205114"/>
            <a:ext cx="2917768" cy="139026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cap="all" dirty="0" err="1"/>
              <a:t>Host_Authentication_Endiamesos</a:t>
            </a:r>
            <a:endParaRPr lang="el-GR" sz="1200" cap="all" dirty="0"/>
          </a:p>
          <a:p>
            <a:pPr lvl="0"/>
            <a:r>
              <a:rPr lang="el-GR" sz="1200" dirty="0" err="1"/>
              <a:t>verification_ID</a:t>
            </a:r>
            <a:r>
              <a:rPr lang="el-GR" sz="1200" dirty="0"/>
              <a:t> : INT (PK,FK)</a:t>
            </a:r>
          </a:p>
          <a:p>
            <a:pPr lvl="0"/>
            <a:r>
              <a:rPr lang="el-GR" sz="1200" dirty="0" err="1"/>
              <a:t>host_id</a:t>
            </a:r>
            <a:r>
              <a:rPr lang="el-GR" sz="1200" dirty="0"/>
              <a:t> : INT (PK,FK)</a:t>
            </a:r>
          </a:p>
          <a:p>
            <a:pPr lvl="0"/>
            <a:r>
              <a:rPr lang="el-GR" sz="1200" dirty="0" err="1"/>
              <a:t>verification_date</a:t>
            </a:r>
            <a:r>
              <a:rPr lang="el-GR" sz="1200" dirty="0"/>
              <a:t> : DATE</a:t>
            </a:r>
          </a:p>
          <a:p>
            <a:pPr algn="ctr"/>
            <a:endParaRPr lang="el-G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E582D-86B9-1C80-C2A8-C35953E1F117}"/>
              </a:ext>
            </a:extLst>
          </p:cNvPr>
          <p:cNvSpPr/>
          <p:nvPr/>
        </p:nvSpPr>
        <p:spPr>
          <a:xfrm>
            <a:off x="4256168" y="3004169"/>
            <a:ext cx="2556827" cy="296165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l-GR" sz="1200" cap="all" dirty="0"/>
              <a:t>Property</a:t>
            </a:r>
          </a:p>
          <a:p>
            <a:pPr lvl="0"/>
            <a:r>
              <a:rPr lang="el-GR" sz="1200" dirty="0" err="1"/>
              <a:t>property_ID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host_ID</a:t>
            </a:r>
            <a:r>
              <a:rPr lang="el-GR" sz="1200" dirty="0"/>
              <a:t> : INT (FK)</a:t>
            </a:r>
          </a:p>
          <a:p>
            <a:pPr lvl="0"/>
            <a:r>
              <a:rPr lang="el-GR" sz="1200" dirty="0" err="1"/>
              <a:t>property_name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price_per_night</a:t>
            </a:r>
            <a:r>
              <a:rPr lang="el-GR" sz="1200" dirty="0"/>
              <a:t> : DECIMAL</a:t>
            </a:r>
          </a:p>
          <a:p>
            <a:pPr lvl="0"/>
            <a:r>
              <a:rPr lang="el-GR" sz="1200" dirty="0" err="1"/>
              <a:t>image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coordinates</a:t>
            </a:r>
            <a:r>
              <a:rPr lang="el-GR" sz="1200" dirty="0"/>
              <a:t> : DECIMAL</a:t>
            </a:r>
          </a:p>
          <a:p>
            <a:pPr lvl="0"/>
            <a:r>
              <a:rPr lang="el-GR" sz="1200" dirty="0" err="1"/>
              <a:t>property_type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room_type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bedrooms</a:t>
            </a:r>
            <a:r>
              <a:rPr lang="el-GR" sz="1200" dirty="0"/>
              <a:t> : INT</a:t>
            </a:r>
          </a:p>
          <a:p>
            <a:pPr lvl="0"/>
            <a:r>
              <a:rPr lang="el-GR" sz="1200" dirty="0" err="1"/>
              <a:t>beds</a:t>
            </a:r>
            <a:r>
              <a:rPr lang="el-GR" sz="1200" dirty="0"/>
              <a:t> : INT </a:t>
            </a:r>
          </a:p>
          <a:p>
            <a:pPr lvl="0"/>
            <a:r>
              <a:rPr lang="el-GR" sz="1200" dirty="0" err="1"/>
              <a:t>bathrooms</a:t>
            </a:r>
            <a:r>
              <a:rPr lang="el-GR" sz="1200" dirty="0"/>
              <a:t> : INT</a:t>
            </a:r>
          </a:p>
          <a:p>
            <a:pPr lvl="0"/>
            <a:r>
              <a:rPr lang="el-GR" sz="1200" dirty="0" err="1"/>
              <a:t>max_guests</a:t>
            </a:r>
            <a:r>
              <a:rPr lang="el-GR" sz="1200" dirty="0"/>
              <a:t> : INT</a:t>
            </a:r>
          </a:p>
          <a:p>
            <a:pPr algn="ctr"/>
            <a:endParaRPr lang="el-G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B6C21B-0E3C-6263-A198-C263BE242B65}"/>
              </a:ext>
            </a:extLst>
          </p:cNvPr>
          <p:cNvSpPr/>
          <p:nvPr/>
        </p:nvSpPr>
        <p:spPr>
          <a:xfrm>
            <a:off x="8427430" y="2917229"/>
            <a:ext cx="2192395" cy="145431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l-GR" sz="1200" cap="all" dirty="0" err="1"/>
              <a:t>User</a:t>
            </a:r>
            <a:endParaRPr lang="el-GR" sz="1200" cap="all" dirty="0"/>
          </a:p>
          <a:p>
            <a:pPr lvl="0"/>
            <a:r>
              <a:rPr lang="el-GR" sz="1200" dirty="0" err="1"/>
              <a:t>user_ID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user_name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user_date_of_birth</a:t>
            </a:r>
            <a:r>
              <a:rPr lang="el-GR" sz="1200" dirty="0"/>
              <a:t> : DATE</a:t>
            </a:r>
          </a:p>
          <a:p>
            <a:pPr lvl="0"/>
            <a:r>
              <a:rPr lang="el-GR" sz="1200" dirty="0" err="1"/>
              <a:t>user_phone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user_email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user_address</a:t>
            </a:r>
            <a:r>
              <a:rPr lang="el-GR" sz="1200" dirty="0"/>
              <a:t> : VARCHAR</a:t>
            </a:r>
          </a:p>
          <a:p>
            <a:pPr algn="ctr"/>
            <a:endParaRPr lang="el-G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4FE992-280D-2842-DE1E-718DE14CB80F}"/>
              </a:ext>
            </a:extLst>
          </p:cNvPr>
          <p:cNvSpPr/>
          <p:nvPr/>
        </p:nvSpPr>
        <p:spPr>
          <a:xfrm>
            <a:off x="8427431" y="4594129"/>
            <a:ext cx="2192394" cy="145431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cap="all" dirty="0" err="1"/>
              <a:t>Booking</a:t>
            </a:r>
            <a:endParaRPr lang="el-GR" sz="1200" cap="all" dirty="0"/>
          </a:p>
          <a:p>
            <a:pPr lvl="0"/>
            <a:r>
              <a:rPr lang="el-GR" sz="1200" dirty="0" err="1"/>
              <a:t>booking_ID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user_ID</a:t>
            </a:r>
            <a:r>
              <a:rPr lang="el-GR" sz="1200" dirty="0"/>
              <a:t> : INT (FK)</a:t>
            </a:r>
          </a:p>
          <a:p>
            <a:pPr lvl="0"/>
            <a:r>
              <a:rPr lang="el-GR" sz="1200" dirty="0" err="1"/>
              <a:t>property_ID</a:t>
            </a:r>
            <a:r>
              <a:rPr lang="el-GR" sz="1200" dirty="0"/>
              <a:t> : INT (FK)</a:t>
            </a:r>
          </a:p>
          <a:p>
            <a:pPr lvl="0"/>
            <a:r>
              <a:rPr lang="el-GR" sz="1200" dirty="0" err="1"/>
              <a:t>booking_date</a:t>
            </a:r>
            <a:r>
              <a:rPr lang="el-GR" sz="1200" dirty="0"/>
              <a:t> : DATE</a:t>
            </a:r>
          </a:p>
          <a:p>
            <a:pPr lvl="0"/>
            <a:r>
              <a:rPr lang="el-GR" sz="1200" dirty="0" err="1"/>
              <a:t>duration_nights</a:t>
            </a:r>
            <a:r>
              <a:rPr lang="el-GR" sz="1200" dirty="0"/>
              <a:t> : INT</a:t>
            </a:r>
          </a:p>
          <a:p>
            <a:pPr algn="ctr"/>
            <a:endParaRPr lang="el-G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B50615-B3C0-F573-A95E-FD196B511F24}"/>
              </a:ext>
            </a:extLst>
          </p:cNvPr>
          <p:cNvSpPr/>
          <p:nvPr/>
        </p:nvSpPr>
        <p:spPr>
          <a:xfrm>
            <a:off x="713827" y="2980322"/>
            <a:ext cx="2192395" cy="128586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cap="all" dirty="0"/>
              <a:t>Reviewer</a:t>
            </a:r>
          </a:p>
          <a:p>
            <a:pPr lvl="0"/>
            <a:r>
              <a:rPr lang="el-GR" sz="1200" dirty="0" err="1"/>
              <a:t>reviewer_ID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review_ID</a:t>
            </a:r>
            <a:r>
              <a:rPr lang="el-GR" sz="1200" dirty="0"/>
              <a:t>: INT (FK)</a:t>
            </a:r>
          </a:p>
          <a:p>
            <a:pPr lvl="0"/>
            <a:r>
              <a:rPr lang="el-GR" sz="1200" dirty="0" err="1"/>
              <a:t>reviewer_name</a:t>
            </a:r>
            <a:r>
              <a:rPr lang="el-GR" sz="1200" dirty="0"/>
              <a:t> : VARCHAR</a:t>
            </a:r>
          </a:p>
          <a:p>
            <a:pPr lvl="0"/>
            <a:r>
              <a:rPr lang="el-GR" sz="1200" dirty="0" err="1"/>
              <a:t>reviewer_country</a:t>
            </a:r>
            <a:r>
              <a:rPr lang="el-GR" sz="1200" dirty="0"/>
              <a:t> : VARCHAR</a:t>
            </a:r>
          </a:p>
          <a:p>
            <a:pPr algn="ctr"/>
            <a:endParaRPr lang="el-G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BC93CC-6DF9-DF0D-67E4-D8EEF1E87045}"/>
              </a:ext>
            </a:extLst>
          </p:cNvPr>
          <p:cNvSpPr/>
          <p:nvPr/>
        </p:nvSpPr>
        <p:spPr>
          <a:xfrm>
            <a:off x="713828" y="4594129"/>
            <a:ext cx="2192395" cy="1546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cap="all" dirty="0"/>
              <a:t>Review</a:t>
            </a:r>
          </a:p>
          <a:p>
            <a:pPr lvl="0"/>
            <a:r>
              <a:rPr lang="el-GR" sz="1200" dirty="0" err="1"/>
              <a:t>review_ID</a:t>
            </a:r>
            <a:r>
              <a:rPr lang="el-GR" sz="1200" dirty="0"/>
              <a:t>: INT (PK)</a:t>
            </a:r>
          </a:p>
          <a:p>
            <a:pPr lvl="0"/>
            <a:r>
              <a:rPr lang="el-GR" sz="1200" dirty="0" err="1"/>
              <a:t>property_ID</a:t>
            </a:r>
            <a:r>
              <a:rPr lang="el-GR" sz="1200" dirty="0"/>
              <a:t> : INT (FK)</a:t>
            </a:r>
          </a:p>
          <a:p>
            <a:pPr lvl="0"/>
            <a:r>
              <a:rPr lang="el-GR" sz="1200" dirty="0" err="1"/>
              <a:t>reviewer_ID</a:t>
            </a:r>
            <a:r>
              <a:rPr lang="el-GR" sz="1200" dirty="0"/>
              <a:t>: INT(FK)</a:t>
            </a:r>
          </a:p>
          <a:p>
            <a:pPr lvl="0"/>
            <a:r>
              <a:rPr lang="el-GR" sz="1200" dirty="0" err="1"/>
              <a:t>rating</a:t>
            </a:r>
            <a:r>
              <a:rPr lang="el-GR" sz="1200" dirty="0"/>
              <a:t>: INT</a:t>
            </a:r>
          </a:p>
          <a:p>
            <a:pPr lvl="0"/>
            <a:r>
              <a:rPr lang="el-GR" sz="1200" dirty="0" err="1"/>
              <a:t>review_date</a:t>
            </a:r>
            <a:r>
              <a:rPr lang="el-GR" sz="1200" dirty="0"/>
              <a:t>: DATE</a:t>
            </a:r>
          </a:p>
          <a:p>
            <a:pPr algn="ctr"/>
            <a:endParaRPr lang="el-G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A0D3D-9F9C-57DB-9E92-94005FC6FA78}"/>
              </a:ext>
            </a:extLst>
          </p:cNvPr>
          <p:cNvSpPr/>
          <p:nvPr/>
        </p:nvSpPr>
        <p:spPr>
          <a:xfrm>
            <a:off x="8427430" y="1170083"/>
            <a:ext cx="2192395" cy="147857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200" dirty="0"/>
              <a:t>VERIFICATION TYPE</a:t>
            </a:r>
          </a:p>
          <a:p>
            <a:pPr lvl="0"/>
            <a:r>
              <a:rPr lang="el-GR" sz="1200" dirty="0" err="1"/>
              <a:t>verification_ID</a:t>
            </a:r>
            <a:r>
              <a:rPr lang="el-GR" sz="1200" dirty="0"/>
              <a:t> : INT (PK)</a:t>
            </a:r>
          </a:p>
          <a:p>
            <a:pPr lvl="0"/>
            <a:r>
              <a:rPr lang="el-GR" sz="1200" dirty="0" err="1"/>
              <a:t>verification_type</a:t>
            </a:r>
            <a:r>
              <a:rPr lang="el-GR" sz="1200" dirty="0"/>
              <a:t> : VARCHAR</a:t>
            </a:r>
          </a:p>
          <a:p>
            <a:pPr algn="ctr"/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13054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9C6F-D2A1-C75E-A346-ECE6E5F1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ΣΥΝΟΨΗ &amp; ΕΡΩΤΗΣΕΙΣ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9951-A3E7-2DFB-4227-5F3F5191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l-GR" dirty="0"/>
              <a:t>Αυτό το </a:t>
            </a:r>
            <a:r>
              <a:rPr lang="el-GR" dirty="0" err="1"/>
              <a:t>project</a:t>
            </a:r>
            <a:r>
              <a:rPr lang="el-GR" dirty="0"/>
              <a:t> δημιουργήθηκε για την ανάλυση δεδομένων και την ανάπτυξη ενός </a:t>
            </a:r>
            <a:r>
              <a:rPr lang="el-GR" dirty="0" err="1"/>
              <a:t>logical</a:t>
            </a:r>
            <a:r>
              <a:rPr lang="el-GR" dirty="0"/>
              <a:t> &amp; </a:t>
            </a:r>
            <a:r>
              <a:rPr lang="el-GR" dirty="0" err="1"/>
              <a:t>physical</a:t>
            </a:r>
            <a:r>
              <a:rPr lang="el-GR" dirty="0"/>
              <a:t> </a:t>
            </a:r>
            <a:r>
              <a:rPr lang="el-GR" dirty="0" err="1"/>
              <a:t>model</a:t>
            </a:r>
            <a:r>
              <a:rPr lang="el-GR" dirty="0"/>
              <a:t> για μια πλατφόρμα ηλεκτρονικών κρατήσεων καταλυμάτων. Το </a:t>
            </a:r>
            <a:r>
              <a:rPr lang="el-GR" dirty="0" err="1"/>
              <a:t>project</a:t>
            </a:r>
            <a:r>
              <a:rPr lang="el-GR" dirty="0"/>
              <a:t> περιλαμβάνει τα εξής:</a:t>
            </a:r>
          </a:p>
          <a:p>
            <a:pPr fontAlgn="base"/>
            <a:r>
              <a:rPr lang="el-GR" dirty="0"/>
              <a:t>- Δημιουργία </a:t>
            </a:r>
            <a:r>
              <a:rPr lang="el-GR" dirty="0" err="1"/>
              <a:t>Logical</a:t>
            </a:r>
            <a:r>
              <a:rPr lang="el-GR" dirty="0"/>
              <a:t> </a:t>
            </a:r>
            <a:r>
              <a:rPr lang="el-GR" dirty="0" err="1"/>
              <a:t>Data</a:t>
            </a:r>
            <a:r>
              <a:rPr lang="el-GR" dirty="0"/>
              <a:t> </a:t>
            </a:r>
            <a:r>
              <a:rPr lang="el-GR" dirty="0" err="1"/>
              <a:t>Model</a:t>
            </a:r>
            <a:br>
              <a:rPr lang="el-GR" dirty="0"/>
            </a:br>
            <a:r>
              <a:rPr lang="el-GR" dirty="0"/>
              <a:t>- Δημιουργία </a:t>
            </a:r>
            <a:r>
              <a:rPr lang="el-GR" dirty="0" err="1"/>
              <a:t>Physical</a:t>
            </a:r>
            <a:r>
              <a:rPr lang="el-GR" dirty="0"/>
              <a:t> </a:t>
            </a:r>
            <a:r>
              <a:rPr lang="el-GR" dirty="0" err="1"/>
              <a:t>Data</a:t>
            </a:r>
            <a:r>
              <a:rPr lang="el-GR" dirty="0"/>
              <a:t> </a:t>
            </a:r>
            <a:r>
              <a:rPr lang="el-GR" dirty="0" err="1"/>
              <a:t>Model</a:t>
            </a:r>
            <a:br>
              <a:rPr lang="el-GR" dirty="0"/>
            </a:br>
            <a:r>
              <a:rPr lang="el-GR" dirty="0"/>
              <a:t>- Τεχνική παρουσίαση που επεξηγεί το μοντέλο δεδομένων</a:t>
            </a:r>
          </a:p>
          <a:p>
            <a:pPr fontAlgn="base"/>
            <a:r>
              <a:rPr lang="el-GR" dirty="0"/>
              <a:t>Δεν περιλαμβάνει υλοποίηση της βάσης δεδομένων, αλλά επικεντρώνεται στη σχεδίαση του μοντέλου δεδομένων.</a:t>
            </a:r>
          </a:p>
          <a:p>
            <a:pPr marL="0" indent="0">
              <a:buNone/>
            </a:pPr>
            <a:endParaRPr lang="el-G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ED9E9-5D4C-A66B-6C2B-72F5AA63786F}"/>
              </a:ext>
            </a:extLst>
          </p:cNvPr>
          <p:cNvSpPr txBox="1"/>
          <p:nvPr/>
        </p:nvSpPr>
        <p:spPr>
          <a:xfrm>
            <a:off x="8356601" y="5777817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/>
              <a:t>ΣΑΣ ΕΥΧΑΡΙΣΤΩ!</a:t>
            </a:r>
          </a:p>
        </p:txBody>
      </p:sp>
    </p:spTree>
    <p:extLst>
      <p:ext uri="{BB962C8B-B14F-4D97-AF65-F5344CB8AC3E}">
        <p14:creationId xmlns:p14="http://schemas.microsoft.com/office/powerpoint/2010/main" val="1615165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{22C8EF5B-949B-4103-9DA2-8C67712B9680}TF6d5feb1e-e145-43f1-b745-cb4b54c5ee97026dbba6-177b20e2e7a4</Template>
  <TotalTime>87</TotalTime>
  <Words>649</Words>
  <Application>Microsoft Office PowerPoint</Application>
  <PresentationFormat>Widescreen</PresentationFormat>
  <Paragraphs>138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Tw Cen MT</vt:lpstr>
      <vt:lpstr>Circuit</vt:lpstr>
      <vt:lpstr>ΑνΑλυση Logical &amp; Physical Model, οντοΤΗτων, συσχετΙσεων και τεχνικΩν προδιαγραφΩν. </vt:lpstr>
      <vt:lpstr>Το Logical Model εν ΣυντομIα </vt:lpstr>
      <vt:lpstr>Οντότητες </vt:lpstr>
      <vt:lpstr>ΣΧΕΣΕΙΣ ΟΝΤΟΤΗΤΩΝ (Cardinality) </vt:lpstr>
      <vt:lpstr>Primary &amp; Foreign Keys </vt:lpstr>
      <vt:lpstr>Attributes ΟΝΤΟΤΗΤΩΝ ΚΑΙ DATA TYPES</vt:lpstr>
      <vt:lpstr>ΣΥΝΟΨΗ &amp; ΕΡΩΤΗΣΕΙΣ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Αλεξανδριανα Κανελλοπουλου</dc:creator>
  <cp:lastModifiedBy>Αλεξανδριανα Κανελλοπουλου</cp:lastModifiedBy>
  <cp:revision>6</cp:revision>
  <dcterms:created xsi:type="dcterms:W3CDTF">2026-10-01T16:29:47Z</dcterms:created>
  <dcterms:modified xsi:type="dcterms:W3CDTF">2026-10-02T18:08:53Z</dcterms:modified>
</cp:coreProperties>
</file>